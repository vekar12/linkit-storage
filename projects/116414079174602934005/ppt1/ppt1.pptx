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55F_82FB58BF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  <p:sldMasterId id="2147483688" r:id="rId5"/>
    <p:sldMasterId id="2147483706" r:id="rId6"/>
    <p:sldMasterId id="2147483711" r:id="rId7"/>
    <p:sldMasterId id="2147483716" r:id="rId8"/>
  </p:sldMasterIdLst>
  <p:notesMasterIdLst>
    <p:notesMasterId r:id="rId20"/>
  </p:notesMasterIdLst>
  <p:sldIdLst>
    <p:sldId id="1391" r:id="rId9"/>
    <p:sldId id="1395" r:id="rId10"/>
    <p:sldId id="1382" r:id="rId11"/>
    <p:sldId id="1375" r:id="rId12"/>
    <p:sldId id="1383" r:id="rId13"/>
    <p:sldId id="1384" r:id="rId14"/>
    <p:sldId id="1385" r:id="rId15"/>
    <p:sldId id="1387" r:id="rId16"/>
    <p:sldId id="1389" r:id="rId17"/>
    <p:sldId id="1390" r:id="rId18"/>
    <p:sldId id="13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96EB74-9C62-42CF-8DFC-D03BA629FA32}">
          <p14:sldIdLst>
            <p14:sldId id="1391"/>
            <p14:sldId id="1395"/>
            <p14:sldId id="1382"/>
            <p14:sldId id="1375"/>
            <p14:sldId id="1383"/>
            <p14:sldId id="1384"/>
            <p14:sldId id="1385"/>
            <p14:sldId id="1387"/>
            <p14:sldId id="1389"/>
            <p14:sldId id="1390"/>
            <p14:sldId id="1386"/>
          </p14:sldIdLst>
        </p14:section>
        <p14:section name="Untitled Section" id="{28F8DEE3-62A4-4D8A-87BB-BA6114AFA877}">
          <p14:sldIdLst/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0FE435-9279-5946-DF42-44A6C98126F7}" name="Swetangi Singh     /TECH_INT/IBANK/MUM" initials="S/" userId="S::90106371@icicibank.com::57cbccd0-c432-42d2-a280-8f76f1c75476" providerId="AD"/>
  <p188:author id="{CE355B7E-E792-6CBD-B650-2901BFA28F64}" name="Mitali Shanker     /TECH_INT/IBANK/MUM" initials="M/" userId="S::884774@icicibank.com::70aea789-2d41-412a-a99f-98824acc13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C6D"/>
    <a:srgbClr val="053B04"/>
    <a:srgbClr val="166615"/>
    <a:srgbClr val="002060"/>
    <a:srgbClr val="BFBFBF"/>
    <a:srgbClr val="97291E"/>
    <a:srgbClr val="F5F5F5"/>
    <a:srgbClr val="D6D6D6"/>
    <a:srgbClr val="F1F5F9"/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FEAA1-76F9-AE2D-FD9B-1679AF4BC9B5}" v="60" dt="2026-03-17T05:47:50.191"/>
    <p1510:client id="{0635E774-CD36-8452-1975-B0893C85DB1A}" v="179" dt="2026-03-16T09:58:00.447"/>
    <p1510:client id="{604C89CB-E192-0ACD-8BA7-4D97F355E787}" v="18" dt="2026-03-16T08:52:50.194"/>
    <p1510:client id="{63AA43DB-873E-40F2-93A0-7956D08A38B3}" v="215" dt="2026-03-17T05:46:47.080"/>
    <p1510:client id="{6C2BD7E5-D711-DD3B-053D-E6D0E642D0EA}" v="263" dt="2026-03-16T10:18:09.885"/>
    <p1510:client id="{8349FC77-7B8A-B1E6-5BFE-4B0280E8E30B}" v="15" dt="2026-03-16T06:52:40.803"/>
    <p1510:client id="{859EE8EA-AFE2-550E-EA05-A67D8C49477D}" v="38" dt="2026-03-17T05:24:05.476"/>
    <p1510:client id="{8987BF3D-6295-FAF6-8EA0-983F4334AD51}" v="1550" dt="2026-03-17T07:56:01.015"/>
    <p1510:client id="{8EC5B63C-35BB-CDED-590E-469B6E9491E4}" v="334" dt="2026-03-17T06:49:09.974"/>
    <p1510:client id="{C95BB697-53A7-3F8D-9B51-75515BDC73C1}" v="1209" dt="2026-03-17T07:00:53.239"/>
    <p1510:client id="{D435856D-FEC3-D8B0-68A5-1F01754A77AE}" v="479" dt="2026-03-17T05:39:05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rshi Divekar     /TECH_INT/IBANK/MUM" userId="S::90106339@icicibank.com::7c2bf31c-4ea2-4513-bc16-9540dae20e20" providerId="AD" clId="Web-{D435856D-FEC3-D8B0-68A5-1F01754A77AE}"/>
    <pc:docChg chg="addSld modSld modSection">
      <pc:chgData name="Maharshi Divekar     /TECH_INT/IBANK/MUM" userId="S::90106339@icicibank.com::7c2bf31c-4ea2-4513-bc16-9540dae20e20" providerId="AD" clId="Web-{D435856D-FEC3-D8B0-68A5-1F01754A77AE}" dt="2026-03-17T05:39:05.776" v="282" actId="1076"/>
      <pc:docMkLst>
        <pc:docMk/>
      </pc:docMkLst>
      <pc:sldChg chg="addSp delSp modSp add replId">
        <pc:chgData name="Maharshi Divekar     /TECH_INT/IBANK/MUM" userId="S::90106339@icicibank.com::7c2bf31c-4ea2-4513-bc16-9540dae20e20" providerId="AD" clId="Web-{D435856D-FEC3-D8B0-68A5-1F01754A77AE}" dt="2026-03-17T05:39:05.776" v="282" actId="1076"/>
        <pc:sldMkLst>
          <pc:docMk/>
          <pc:sldMk cId="611540084" sldId="1396"/>
        </pc:sldMkLst>
        <pc:spChg chg="add mod">
          <ac:chgData name="Maharshi Divekar     /TECH_INT/IBANK/MUM" userId="S::90106339@icicibank.com::7c2bf31c-4ea2-4513-bc16-9540dae20e20" providerId="AD" clId="Web-{D435856D-FEC3-D8B0-68A5-1F01754A77AE}" dt="2026-03-17T05:39:05.776" v="282" actId="1076"/>
          <ac:spMkLst>
            <pc:docMk/>
            <pc:sldMk cId="611540084" sldId="1396"/>
            <ac:spMk id="2" creationId="{18DAE491-0A4A-6853-F93D-FA9165A23FE5}"/>
          </ac:spMkLst>
        </pc:spChg>
        <pc:spChg chg="add del mod">
          <ac:chgData name="Maharshi Divekar     /TECH_INT/IBANK/MUM" userId="S::90106339@icicibank.com::7c2bf31c-4ea2-4513-bc16-9540dae20e20" providerId="AD" clId="Web-{D435856D-FEC3-D8B0-68A5-1F01754A77AE}" dt="2026-03-17T05:28:57.693" v="45"/>
          <ac:spMkLst>
            <pc:docMk/>
            <pc:sldMk cId="611540084" sldId="1396"/>
            <ac:spMk id="4" creationId="{F14B65BC-0291-8000-8954-AD5ACD98E180}"/>
          </ac:spMkLst>
        </pc:spChg>
        <pc:spChg chg="add mod">
          <ac:chgData name="Maharshi Divekar     /TECH_INT/IBANK/MUM" userId="S::90106339@icicibank.com::7c2bf31c-4ea2-4513-bc16-9540dae20e20" providerId="AD" clId="Web-{D435856D-FEC3-D8B0-68A5-1F01754A77AE}" dt="2026-03-17T05:31:45.109" v="120"/>
          <ac:spMkLst>
            <pc:docMk/>
            <pc:sldMk cId="611540084" sldId="1396"/>
            <ac:spMk id="6" creationId="{740AE468-1B2B-D9C2-48EB-32C128B647AD}"/>
          </ac:spMkLst>
        </pc:spChg>
        <pc:spChg chg="add mod">
          <ac:chgData name="Maharshi Divekar     /TECH_INT/IBANK/MUM" userId="S::90106339@icicibank.com::7c2bf31c-4ea2-4513-bc16-9540dae20e20" providerId="AD" clId="Web-{D435856D-FEC3-D8B0-68A5-1F01754A77AE}" dt="2026-03-17T05:31:45.109" v="121"/>
          <ac:spMkLst>
            <pc:docMk/>
            <pc:sldMk cId="611540084" sldId="1396"/>
            <ac:spMk id="8" creationId="{91FD9917-7300-C58C-227E-289E577640F9}"/>
          </ac:spMkLst>
        </pc:spChg>
        <pc:spChg chg="add del">
          <ac:chgData name="Maharshi Divekar     /TECH_INT/IBANK/MUM" userId="S::90106339@icicibank.com::7c2bf31c-4ea2-4513-bc16-9540dae20e20" providerId="AD" clId="Web-{D435856D-FEC3-D8B0-68A5-1F01754A77AE}" dt="2026-03-17T05:30:04.885" v="73"/>
          <ac:spMkLst>
            <pc:docMk/>
            <pc:sldMk cId="611540084" sldId="1396"/>
            <ac:spMk id="10" creationId="{8C8CBC89-5166-6CA7-983E-F6AA842CC5CA}"/>
          </ac:spMkLst>
        </pc:spChg>
        <pc:spChg chg="add del">
          <ac:chgData name="Maharshi Divekar     /TECH_INT/IBANK/MUM" userId="S::90106339@icicibank.com::7c2bf31c-4ea2-4513-bc16-9540dae20e20" providerId="AD" clId="Web-{D435856D-FEC3-D8B0-68A5-1F01754A77AE}" dt="2026-03-17T05:30:01.478" v="72"/>
          <ac:spMkLst>
            <pc:docMk/>
            <pc:sldMk cId="611540084" sldId="1396"/>
            <ac:spMk id="11" creationId="{333E6114-CE05-A376-0405-F15459C875ED}"/>
          </ac:spMkLst>
        </pc:spChg>
        <pc:spChg chg="add mod">
          <ac:chgData name="Maharshi Divekar     /TECH_INT/IBANK/MUM" userId="S::90106339@icicibank.com::7c2bf31c-4ea2-4513-bc16-9540dae20e20" providerId="AD" clId="Web-{D435856D-FEC3-D8B0-68A5-1F01754A77AE}" dt="2026-03-17T05:35:56.929" v="262" actId="1076"/>
          <ac:spMkLst>
            <pc:docMk/>
            <pc:sldMk cId="611540084" sldId="1396"/>
            <ac:spMk id="12" creationId="{15E50F08-446E-2E1A-8550-761D6BC20BC1}"/>
          </ac:spMkLst>
        </pc:spChg>
        <pc:spChg chg="add mod">
          <ac:chgData name="Maharshi Divekar     /TECH_INT/IBANK/MUM" userId="S::90106339@icicibank.com::7c2bf31c-4ea2-4513-bc16-9540dae20e20" providerId="AD" clId="Web-{D435856D-FEC3-D8B0-68A5-1F01754A77AE}" dt="2026-03-17T05:32:27.814" v="152" actId="20577"/>
          <ac:spMkLst>
            <pc:docMk/>
            <pc:sldMk cId="611540084" sldId="1396"/>
            <ac:spMk id="14" creationId="{16617B41-BEC6-837C-55CA-39FB3F74C11C}"/>
          </ac:spMkLst>
        </pc:spChg>
        <pc:spChg chg="mod">
          <ac:chgData name="Maharshi Divekar     /TECH_INT/IBANK/MUM" userId="S::90106339@icicibank.com::7c2bf31c-4ea2-4513-bc16-9540dae20e20" providerId="AD" clId="Web-{D435856D-FEC3-D8B0-68A5-1F01754A77AE}" dt="2026-03-17T05:27:34.857" v="26" actId="1076"/>
          <ac:spMkLst>
            <pc:docMk/>
            <pc:sldMk cId="611540084" sldId="1396"/>
            <ac:spMk id="15" creationId="{5311ACF9-0628-F158-6771-D3B28BC71C2C}"/>
          </ac:spMkLst>
        </pc:spChg>
        <pc:spChg chg="add del mod">
          <ac:chgData name="Maharshi Divekar     /TECH_INT/IBANK/MUM" userId="S::90106339@icicibank.com::7c2bf31c-4ea2-4513-bc16-9540dae20e20" providerId="AD" clId="Web-{D435856D-FEC3-D8B0-68A5-1F01754A77AE}" dt="2026-03-17T05:33:05.315" v="155"/>
          <ac:spMkLst>
            <pc:docMk/>
            <pc:sldMk cId="611540084" sldId="1396"/>
            <ac:spMk id="16" creationId="{6DCD89E4-3974-D66A-A3A4-1EA5A5940192}"/>
          </ac:spMkLst>
        </pc:spChg>
        <pc:spChg chg="del">
          <ac:chgData name="Maharshi Divekar     /TECH_INT/IBANK/MUM" userId="S::90106339@icicibank.com::7c2bf31c-4ea2-4513-bc16-9540dae20e20" providerId="AD" clId="Web-{D435856D-FEC3-D8B0-68A5-1F01754A77AE}" dt="2026-03-17T05:26:03.799" v="5"/>
          <ac:spMkLst>
            <pc:docMk/>
            <pc:sldMk cId="611540084" sldId="1396"/>
            <ac:spMk id="17" creationId="{50D5B58C-604C-6EA9-BBE0-4C4506A552CD}"/>
          </ac:spMkLst>
        </pc:spChg>
        <pc:spChg chg="add mod">
          <ac:chgData name="Maharshi Divekar     /TECH_INT/IBANK/MUM" userId="S::90106339@icicibank.com::7c2bf31c-4ea2-4513-bc16-9540dae20e20" providerId="AD" clId="Web-{D435856D-FEC3-D8B0-68A5-1F01754A77AE}" dt="2026-03-17T05:36:00.883" v="263" actId="1076"/>
          <ac:spMkLst>
            <pc:docMk/>
            <pc:sldMk cId="611540084" sldId="1396"/>
            <ac:spMk id="18" creationId="{2057C7A8-FE11-5304-EA4C-062CEA4C6440}"/>
          </ac:spMkLst>
        </pc:spChg>
        <pc:spChg chg="add mod">
          <ac:chgData name="Maharshi Divekar     /TECH_INT/IBANK/MUM" userId="S::90106339@icicibank.com::7c2bf31c-4ea2-4513-bc16-9540dae20e20" providerId="AD" clId="Web-{D435856D-FEC3-D8B0-68A5-1F01754A77AE}" dt="2026-03-17T05:35:18.960" v="258" actId="20577"/>
          <ac:spMkLst>
            <pc:docMk/>
            <pc:sldMk cId="611540084" sldId="1396"/>
            <ac:spMk id="20" creationId="{FC08ACAA-5C23-99E5-1FFB-E27EC0421828}"/>
          </ac:spMkLst>
        </pc:spChg>
        <pc:picChg chg="del mod">
          <ac:chgData name="Maharshi Divekar     /TECH_INT/IBANK/MUM" userId="S::90106339@icicibank.com::7c2bf31c-4ea2-4513-bc16-9540dae20e20" providerId="AD" clId="Web-{D435856D-FEC3-D8B0-68A5-1F01754A77AE}" dt="2026-03-17T05:26:15.864" v="8"/>
          <ac:picMkLst>
            <pc:docMk/>
            <pc:sldMk cId="611540084" sldId="1396"/>
            <ac:picMk id="13" creationId="{AE20A99F-BAEA-FD14-F412-67D1E7DCB981}"/>
          </ac:picMkLst>
        </pc:picChg>
        <pc:picChg chg="del mod">
          <ac:chgData name="Maharshi Divekar     /TECH_INT/IBANK/MUM" userId="S::90106339@icicibank.com::7c2bf31c-4ea2-4513-bc16-9540dae20e20" providerId="AD" clId="Web-{D435856D-FEC3-D8B0-68A5-1F01754A77AE}" dt="2026-03-17T05:26:00.971" v="4"/>
          <ac:picMkLst>
            <pc:docMk/>
            <pc:sldMk cId="611540084" sldId="1396"/>
            <ac:picMk id="19" creationId="{937B153F-B502-0525-6CE1-E70416918A6E}"/>
          </ac:picMkLst>
        </pc:picChg>
        <pc:cxnChg chg="add del">
          <ac:chgData name="Maharshi Divekar     /TECH_INT/IBANK/MUM" userId="S::90106339@icicibank.com::7c2bf31c-4ea2-4513-bc16-9540dae20e20" providerId="AD" clId="Web-{D435856D-FEC3-D8B0-68A5-1F01754A77AE}" dt="2026-03-17T05:36:31.039" v="265"/>
          <ac:cxnSpMkLst>
            <pc:docMk/>
            <pc:sldMk cId="611540084" sldId="1396"/>
            <ac:cxnSpMk id="21" creationId="{87CA6EC3-1C67-8F4A-D5EC-A74FEF27CD07}"/>
          </ac:cxnSpMkLst>
        </pc:cxnChg>
        <pc:cxnChg chg="add mod">
          <ac:chgData name="Maharshi Divekar     /TECH_INT/IBANK/MUM" userId="S::90106339@icicibank.com::7c2bf31c-4ea2-4513-bc16-9540dae20e20" providerId="AD" clId="Web-{D435856D-FEC3-D8B0-68A5-1F01754A77AE}" dt="2026-03-17T05:38:26.682" v="281"/>
          <ac:cxnSpMkLst>
            <pc:docMk/>
            <pc:sldMk cId="611540084" sldId="1396"/>
            <ac:cxnSpMk id="22" creationId="{C9F02C39-658E-9E70-6973-C573B03AD19D}"/>
          </ac:cxnSpMkLst>
        </pc:cxnChg>
        <pc:cxnChg chg="add mod">
          <ac:chgData name="Maharshi Divekar     /TECH_INT/IBANK/MUM" userId="S::90106339@icicibank.com::7c2bf31c-4ea2-4513-bc16-9540dae20e20" providerId="AD" clId="Web-{D435856D-FEC3-D8B0-68A5-1F01754A77AE}" dt="2026-03-17T05:38:20.776" v="280"/>
          <ac:cxnSpMkLst>
            <pc:docMk/>
            <pc:sldMk cId="611540084" sldId="1396"/>
            <ac:cxnSpMk id="23" creationId="{45E2132A-0518-F317-4463-B3498D441051}"/>
          </ac:cxnSpMkLst>
        </pc:cxnChg>
      </pc:sldChg>
    </pc:docChg>
  </pc:docChgLst>
  <pc:docChgLst>
    <pc:chgData name="Mitali Shanker     /TECH_INT/IBANK/MUM" userId="S::884774@icicibank.com::70aea789-2d41-412a-a99f-98824acc131b" providerId="AD" clId="Web-{EC8B21FF-F4C4-3FA5-E959-295FB8BE4BAB}"/>
    <pc:docChg chg="delSld modSld modSection">
      <pc:chgData name="Mitali Shanker     /TECH_INT/IBANK/MUM" userId="S::884774@icicibank.com::70aea789-2d41-412a-a99f-98824acc131b" providerId="AD" clId="Web-{EC8B21FF-F4C4-3FA5-E959-295FB8BE4BAB}" dt="2026-03-13T12:32:01.653" v="9"/>
      <pc:docMkLst>
        <pc:docMk/>
      </pc:docMkLst>
    </pc:docChg>
  </pc:docChgLst>
  <pc:docChgLst>
    <pc:chgData name="Sushil Gyawali     /TECH_INT/IBANK/MUM" userId="S::90087123@icicibank.com::1502ef46-f3d6-449e-a0ab-13f48bff832c" providerId="AD" clId="Web-{604C89CB-E192-0ACD-8BA7-4D97F355E787}"/>
    <pc:docChg chg="modSld">
      <pc:chgData name="Sushil Gyawali     /TECH_INT/IBANK/MUM" userId="S::90087123@icicibank.com::1502ef46-f3d6-449e-a0ab-13f48bff832c" providerId="AD" clId="Web-{604C89CB-E192-0ACD-8BA7-4D97F355E787}" dt="2026-03-16T08:52:50.194" v="17"/>
      <pc:docMkLst>
        <pc:docMk/>
      </pc:docMkLst>
      <pc:sldChg chg="addSp delSp modSp">
        <pc:chgData name="Sushil Gyawali     /TECH_INT/IBANK/MUM" userId="S::90087123@icicibank.com::1502ef46-f3d6-449e-a0ab-13f48bff832c" providerId="AD" clId="Web-{604C89CB-E192-0ACD-8BA7-4D97F355E787}" dt="2026-03-16T08:52:50.194" v="17"/>
        <pc:sldMkLst>
          <pc:docMk/>
          <pc:sldMk cId="2197510335" sldId="1375"/>
        </pc:sldMkLst>
        <pc:graphicFrameChg chg="add del mod modGraphic">
          <ac:chgData name="Sushil Gyawali     /TECH_INT/IBANK/MUM" userId="S::90087123@icicibank.com::1502ef46-f3d6-449e-a0ab-13f48bff832c" providerId="AD" clId="Web-{604C89CB-E192-0ACD-8BA7-4D97F355E787}" dt="2026-03-16T08:49:09.037" v="11"/>
          <ac:graphicFrameMkLst>
            <pc:docMk/>
            <pc:sldMk cId="2197510335" sldId="1375"/>
            <ac:graphicFrameMk id="19" creationId="{55FE30E8-E604-4183-6A59-FC7E46BE8422}"/>
          </ac:graphicFrameMkLst>
        </pc:graphicFrameChg>
        <pc:graphicFrameChg chg="add mod modGraphic">
          <ac:chgData name="Sushil Gyawali     /TECH_INT/IBANK/MUM" userId="S::90087123@icicibank.com::1502ef46-f3d6-449e-a0ab-13f48bff832c" providerId="AD" clId="Web-{604C89CB-E192-0ACD-8BA7-4D97F355E787}" dt="2026-03-16T08:52:50.194" v="17"/>
          <ac:graphicFrameMkLst>
            <pc:docMk/>
            <pc:sldMk cId="2197510335" sldId="1375"/>
            <ac:graphicFrameMk id="8583" creationId="{D1796B31-4BDB-5E37-9495-79BEE20943E0}"/>
          </ac:graphicFrameMkLst>
        </pc:graphicFrameChg>
      </pc:sldChg>
    </pc:docChg>
  </pc:docChgLst>
  <pc:docChgLst>
    <pc:chgData name="Maharshi Divekar     /TECH_INT/IBANK/MUM" userId="S::90106339@icicibank.com::7c2bf31c-4ea2-4513-bc16-9540dae20e20" providerId="AD" clId="Web-{8987BF3D-6295-FAF6-8EA0-983F4334AD51}"/>
    <pc:docChg chg="delSld modSld modSection">
      <pc:chgData name="Maharshi Divekar     /TECH_INT/IBANK/MUM" userId="S::90106339@icicibank.com::7c2bf31c-4ea2-4513-bc16-9540dae20e20" providerId="AD" clId="Web-{8987BF3D-6295-FAF6-8EA0-983F4334AD51}" dt="2026-03-17T07:56:01.015" v="1330" actId="1076"/>
      <pc:docMkLst>
        <pc:docMk/>
      </pc:docMkLst>
      <pc:sldChg chg="addSp delSp modSp">
        <pc:chgData name="Maharshi Divekar     /TECH_INT/IBANK/MUM" userId="S::90106339@icicibank.com::7c2bf31c-4ea2-4513-bc16-9540dae20e20" providerId="AD" clId="Web-{8987BF3D-6295-FAF6-8EA0-983F4334AD51}" dt="2026-03-17T07:56:01.015" v="1330" actId="1076"/>
        <pc:sldMkLst>
          <pc:docMk/>
          <pc:sldMk cId="2197510335" sldId="1375"/>
        </pc:sldMkLst>
        <pc:spChg chg="add mod">
          <ac:chgData name="Maharshi Divekar     /TECH_INT/IBANK/MUM" userId="S::90106339@icicibank.com::7c2bf31c-4ea2-4513-bc16-9540dae20e20" providerId="AD" clId="Web-{8987BF3D-6295-FAF6-8EA0-983F4334AD51}" dt="2026-03-17T07:47:35.276" v="1113" actId="1076"/>
          <ac:spMkLst>
            <pc:docMk/>
            <pc:sldMk cId="2197510335" sldId="1375"/>
            <ac:spMk id="40" creationId="{35E8F11E-25C0-5C8C-7B3B-584FA132C15D}"/>
          </ac:spMkLst>
        </pc:spChg>
        <pc:spChg chg="add del">
          <ac:chgData name="Maharshi Divekar     /TECH_INT/IBANK/MUM" userId="S::90106339@icicibank.com::7c2bf31c-4ea2-4513-bc16-9540dae20e20" providerId="AD" clId="Web-{8987BF3D-6295-FAF6-8EA0-983F4334AD51}" dt="2026-03-17T07:43:24.555" v="1083"/>
          <ac:spMkLst>
            <pc:docMk/>
            <pc:sldMk cId="2197510335" sldId="1375"/>
            <ac:spMk id="49" creationId="{7439A6F1-ABB3-FD7A-4680-C741E0E3EED2}"/>
          </ac:spMkLst>
        </pc:spChg>
        <pc:spChg chg="add del">
          <ac:chgData name="Maharshi Divekar     /TECH_INT/IBANK/MUM" userId="S::90106339@icicibank.com::7c2bf31c-4ea2-4513-bc16-9540dae20e20" providerId="AD" clId="Web-{8987BF3D-6295-FAF6-8EA0-983F4334AD51}" dt="2026-03-17T07:43:24.555" v="1082"/>
          <ac:spMkLst>
            <pc:docMk/>
            <pc:sldMk cId="2197510335" sldId="1375"/>
            <ac:spMk id="51" creationId="{BC157763-0490-614F-CDB7-C5ADAE8A3505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7:54:59.280" v="1297" actId="20577"/>
          <ac:spMkLst>
            <pc:docMk/>
            <pc:sldMk cId="2197510335" sldId="1375"/>
            <ac:spMk id="53" creationId="{291EC6F4-55FE-17BE-AC3C-E16E29137246}"/>
          </ac:spMkLst>
        </pc:spChg>
        <pc:spChg chg="add del">
          <ac:chgData name="Maharshi Divekar     /TECH_INT/IBANK/MUM" userId="S::90106339@icicibank.com::7c2bf31c-4ea2-4513-bc16-9540dae20e20" providerId="AD" clId="Web-{8987BF3D-6295-FAF6-8EA0-983F4334AD51}" dt="2026-03-17T07:43:24.555" v="1081"/>
          <ac:spMkLst>
            <pc:docMk/>
            <pc:sldMk cId="2197510335" sldId="1375"/>
            <ac:spMk id="55" creationId="{DCA0A021-5870-AF05-E01C-AF16BED7C1AF}"/>
          </ac:spMkLst>
        </pc:spChg>
        <pc:spChg chg="add del">
          <ac:chgData name="Maharshi Divekar     /TECH_INT/IBANK/MUM" userId="S::90106339@icicibank.com::7c2bf31c-4ea2-4513-bc16-9540dae20e20" providerId="AD" clId="Web-{8987BF3D-6295-FAF6-8EA0-983F4334AD51}" dt="2026-03-17T07:43:24.555" v="1080"/>
          <ac:spMkLst>
            <pc:docMk/>
            <pc:sldMk cId="2197510335" sldId="1375"/>
            <ac:spMk id="57" creationId="{0DE709D1-1248-1BE5-B1E2-EC4D5D4F1CC4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7:47:50.042" v="1119"/>
          <ac:spMkLst>
            <pc:docMk/>
            <pc:sldMk cId="2197510335" sldId="1375"/>
            <ac:spMk id="8526" creationId="{385788FF-5A62-87B7-38D7-BCA1CB28A2A7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7:47:50.042" v="1118"/>
          <ac:spMkLst>
            <pc:docMk/>
            <pc:sldMk cId="2197510335" sldId="1375"/>
            <ac:spMk id="8527" creationId="{97637E0E-D729-E17D-FC41-BD8D047ABAE7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7:41:42.818" v="1062" actId="20577"/>
          <ac:spMkLst>
            <pc:docMk/>
            <pc:sldMk cId="2197510335" sldId="1375"/>
            <ac:spMk id="8528" creationId="{2DC094FC-F503-22DF-823D-25D68FCE46C7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49:21.433" v="1172" actId="1076"/>
          <ac:spMkLst>
            <pc:docMk/>
            <pc:sldMk cId="2197510335" sldId="1375"/>
            <ac:spMk id="8529" creationId="{C5B5CEFD-0075-6656-CD1D-8D7C795F850A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5:13.483" v="1310" actId="20577"/>
          <ac:spMkLst>
            <pc:docMk/>
            <pc:sldMk cId="2197510335" sldId="1375"/>
            <ac:spMk id="8530" creationId="{96B5DDD2-22C1-7BFB-86E1-25BC285DE16E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0:40.981" v="1241" actId="14100"/>
          <ac:spMkLst>
            <pc:docMk/>
            <pc:sldMk cId="2197510335" sldId="1375"/>
            <ac:spMk id="8531" creationId="{7F2CBBAB-F1F7-DC4F-3340-F0130F6AAF4B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5:22.046" v="1317" actId="20577"/>
          <ac:spMkLst>
            <pc:docMk/>
            <pc:sldMk cId="2197510335" sldId="1375"/>
            <ac:spMk id="8532" creationId="{846E7E85-317B-06E3-B6C2-FB2D8EA95432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1:14.418" v="1267" actId="20577"/>
          <ac:spMkLst>
            <pc:docMk/>
            <pc:sldMk cId="2197510335" sldId="1375"/>
            <ac:spMk id="8533" creationId="{95A07822-6910-5B8E-2335-DCDAD87BE466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5:25.749" v="1320" actId="20577"/>
          <ac:spMkLst>
            <pc:docMk/>
            <pc:sldMk cId="2197510335" sldId="1375"/>
            <ac:spMk id="8534" creationId="{A4E70BB9-7B68-3E72-A24D-F6D102167D8C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6:01.015" v="1330" actId="1076"/>
          <ac:spMkLst>
            <pc:docMk/>
            <pc:sldMk cId="2197510335" sldId="1375"/>
            <ac:spMk id="8535" creationId="{9BD59791-F26C-65FD-682C-1A9CCABF7555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7:55:30.749" v="1323" actId="20577"/>
          <ac:spMkLst>
            <pc:docMk/>
            <pc:sldMk cId="2197510335" sldId="1375"/>
            <ac:spMk id="8536" creationId="{0B425515-6973-7D20-9E17-4A6874CCD059}"/>
          </ac:spMkLst>
        </pc:spChg>
        <pc:graphicFrameChg chg="del">
          <ac:chgData name="Maharshi Divekar     /TECH_INT/IBANK/MUM" userId="S::90106339@icicibank.com::7c2bf31c-4ea2-4513-bc16-9540dae20e20" providerId="AD" clId="Web-{8987BF3D-6295-FAF6-8EA0-983F4334AD51}" dt="2026-03-17T07:41:10.378" v="1051"/>
          <ac:graphicFrameMkLst>
            <pc:docMk/>
            <pc:sldMk cId="2197510335" sldId="1375"/>
            <ac:graphicFrameMk id="9185" creationId="{562D161B-A57A-4305-97ED-77AE7A553EBB}"/>
          </ac:graphicFrameMkLst>
        </pc:graphicFrameChg>
        <pc:cxnChg chg="add del mod">
          <ac:chgData name="Maharshi Divekar     /TECH_INT/IBANK/MUM" userId="S::90106339@icicibank.com::7c2bf31c-4ea2-4513-bc16-9540dae20e20" providerId="AD" clId="Web-{8987BF3D-6295-FAF6-8EA0-983F4334AD51}" dt="2026-03-17T07:43:10.789" v="1079"/>
          <ac:cxnSpMkLst>
            <pc:docMk/>
            <pc:sldMk cId="2197510335" sldId="1375"/>
            <ac:cxnSpMk id="59" creationId="{412686AD-31AD-55D6-FB8F-E81DBEFE81CA}"/>
          </ac:cxnSpMkLst>
        </pc:cxnChg>
        <pc:cxnChg chg="add mod">
          <ac:chgData name="Maharshi Divekar     /TECH_INT/IBANK/MUM" userId="S::90106339@icicibank.com::7c2bf31c-4ea2-4513-bc16-9540dae20e20" providerId="AD" clId="Web-{8987BF3D-6295-FAF6-8EA0-983F4334AD51}" dt="2026-03-17T07:42:34.101" v="1063" actId="1076"/>
          <ac:cxnSpMkLst>
            <pc:docMk/>
            <pc:sldMk cId="2197510335" sldId="1375"/>
            <ac:cxnSpMk id="61" creationId="{A6370C04-D126-0F13-69D1-7EA9ED912668}"/>
          </ac:cxnSpMkLst>
        </pc:cxnChg>
        <pc:cxnChg chg="add mod">
          <ac:chgData name="Maharshi Divekar     /TECH_INT/IBANK/MUM" userId="S::90106339@icicibank.com::7c2bf31c-4ea2-4513-bc16-9540dae20e20" providerId="AD" clId="Web-{8987BF3D-6295-FAF6-8EA0-983F4334AD51}" dt="2026-03-17T07:45:25.196" v="1095" actId="1076"/>
          <ac:cxnSpMkLst>
            <pc:docMk/>
            <pc:sldMk cId="2197510335" sldId="1375"/>
            <ac:cxnSpMk id="63" creationId="{C23C77F1-301F-24B5-A8BA-97EC4585B8AA}"/>
          </ac:cxnSpMkLst>
        </pc:cxnChg>
        <pc:cxnChg chg="add">
          <ac:chgData name="Maharshi Divekar     /TECH_INT/IBANK/MUM" userId="S::90106339@icicibank.com::7c2bf31c-4ea2-4513-bc16-9540dae20e20" providerId="AD" clId="Web-{8987BF3D-6295-FAF6-8EA0-983F4334AD51}" dt="2026-03-17T07:41:13.488" v="1061"/>
          <ac:cxnSpMkLst>
            <pc:docMk/>
            <pc:sldMk cId="2197510335" sldId="1375"/>
            <ac:cxnSpMk id="8513" creationId="{AB6849CD-18D3-178F-DB1E-242A58948E9D}"/>
          </ac:cxnSpMkLst>
        </pc:cxnChg>
        <pc:cxnChg chg="add mod">
          <ac:chgData name="Maharshi Divekar     /TECH_INT/IBANK/MUM" userId="S::90106339@icicibank.com::7c2bf31c-4ea2-4513-bc16-9540dae20e20" providerId="AD" clId="Web-{8987BF3D-6295-FAF6-8EA0-983F4334AD51}" dt="2026-03-17T07:55:43.327" v="1326" actId="1076"/>
          <ac:cxnSpMkLst>
            <pc:docMk/>
            <pc:sldMk cId="2197510335" sldId="1375"/>
            <ac:cxnSpMk id="8537" creationId="{F94ED5A7-994F-B3C3-AEDE-355D0835AF3D}"/>
          </ac:cxnSpMkLst>
        </pc:cxnChg>
        <pc:cxnChg chg="add mod">
          <ac:chgData name="Maharshi Divekar     /TECH_INT/IBANK/MUM" userId="S::90106339@icicibank.com::7c2bf31c-4ea2-4513-bc16-9540dae20e20" providerId="AD" clId="Web-{8987BF3D-6295-FAF6-8EA0-983F4334AD51}" dt="2026-03-17T07:55:52.890" v="1329" actId="1076"/>
          <ac:cxnSpMkLst>
            <pc:docMk/>
            <pc:sldMk cId="2197510335" sldId="1375"/>
            <ac:cxnSpMk id="8538" creationId="{E67DE454-CE66-B679-55C3-D123E2614E6E}"/>
          </ac:cxnSpMkLst>
        </pc:cxnChg>
      </pc:sldChg>
      <pc:sldChg chg="del">
        <pc:chgData name="Maharshi Divekar     /TECH_INT/IBANK/MUM" userId="S::90106339@icicibank.com::7c2bf31c-4ea2-4513-bc16-9540dae20e20" providerId="AD" clId="Web-{8987BF3D-6295-FAF6-8EA0-983F4334AD51}" dt="2026-03-17T06:57:15.316" v="1049"/>
        <pc:sldMkLst>
          <pc:docMk/>
          <pc:sldMk cId="3337881670" sldId="1392"/>
        </pc:sldMkLst>
      </pc:sldChg>
      <pc:sldChg chg="del">
        <pc:chgData name="Maharshi Divekar     /TECH_INT/IBANK/MUM" userId="S::90106339@icicibank.com::7c2bf31c-4ea2-4513-bc16-9540dae20e20" providerId="AD" clId="Web-{8987BF3D-6295-FAF6-8EA0-983F4334AD51}" dt="2026-03-17T06:57:20.895" v="1050"/>
        <pc:sldMkLst>
          <pc:docMk/>
          <pc:sldMk cId="3365489444" sldId="1393"/>
        </pc:sldMkLst>
      </pc:sldChg>
      <pc:sldChg chg="addSp modSp del">
        <pc:chgData name="Maharshi Divekar     /TECH_INT/IBANK/MUM" userId="S::90106339@icicibank.com::7c2bf31c-4ea2-4513-bc16-9540dae20e20" providerId="AD" clId="Web-{8987BF3D-6295-FAF6-8EA0-983F4334AD51}" dt="2026-03-17T06:55:55.346" v="1047"/>
        <pc:sldMkLst>
          <pc:docMk/>
          <pc:sldMk cId="1129952258" sldId="1394"/>
        </pc:sldMkLst>
        <pc:picChg chg="add mod">
          <ac:chgData name="Maharshi Divekar     /TECH_INT/IBANK/MUM" userId="S::90106339@icicibank.com::7c2bf31c-4ea2-4513-bc16-9540dae20e20" providerId="AD" clId="Web-{8987BF3D-6295-FAF6-8EA0-983F4334AD51}" dt="2026-03-17T06:47:55.505" v="930"/>
          <ac:picMkLst>
            <pc:docMk/>
            <pc:sldMk cId="1129952258" sldId="1394"/>
            <ac:picMk id="3" creationId="{B74DE9C8-8947-C7D4-B9E6-0A1BB54136B3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05" v="931"/>
          <ac:picMkLst>
            <pc:docMk/>
            <pc:sldMk cId="1129952258" sldId="1394"/>
            <ac:picMk id="7" creationId="{564F587C-31F2-F71D-8FF7-1DEAE77F7C4B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05" v="932"/>
          <ac:picMkLst>
            <pc:docMk/>
            <pc:sldMk cId="1129952258" sldId="1394"/>
            <ac:picMk id="8" creationId="{2D4A705B-7CAF-919A-3D00-5986B600F45F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05" v="933"/>
          <ac:picMkLst>
            <pc:docMk/>
            <pc:sldMk cId="1129952258" sldId="1394"/>
            <ac:picMk id="9" creationId="{5AABB9A3-676A-E3DF-4D3C-BE1925B6F5C0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20" v="934"/>
          <ac:picMkLst>
            <pc:docMk/>
            <pc:sldMk cId="1129952258" sldId="1394"/>
            <ac:picMk id="10" creationId="{66FEEAFA-E4E5-E845-CA45-008567518A0E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20" v="935"/>
          <ac:picMkLst>
            <pc:docMk/>
            <pc:sldMk cId="1129952258" sldId="1394"/>
            <ac:picMk id="11" creationId="{0FE46AD4-7E1D-8B21-9308-D9CAF9431484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20" v="936"/>
          <ac:picMkLst>
            <pc:docMk/>
            <pc:sldMk cId="1129952258" sldId="1394"/>
            <ac:picMk id="12" creationId="{35D8D08B-0783-46B4-E249-6879A07E6686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36" v="937"/>
          <ac:picMkLst>
            <pc:docMk/>
            <pc:sldMk cId="1129952258" sldId="1394"/>
            <ac:picMk id="13" creationId="{7DD44C03-1FD2-40F9-4891-7AB79925DB95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47:55.536" v="938"/>
          <ac:picMkLst>
            <pc:docMk/>
            <pc:sldMk cId="1129952258" sldId="1394"/>
            <ac:picMk id="14" creationId="{1EEB4452-5990-01D8-5944-B65C5CE4D6CE}"/>
          </ac:picMkLst>
        </pc:picChg>
      </pc:sldChg>
      <pc:sldChg chg="addSp delSp modSp">
        <pc:chgData name="Maharshi Divekar     /TECH_INT/IBANK/MUM" userId="S::90106339@icicibank.com::7c2bf31c-4ea2-4513-bc16-9540dae20e20" providerId="AD" clId="Web-{8987BF3D-6295-FAF6-8EA0-983F4334AD51}" dt="2026-03-17T06:52:15.701" v="1046" actId="1076"/>
        <pc:sldMkLst>
          <pc:docMk/>
          <pc:sldMk cId="199648994" sldId="1395"/>
        </pc:sldMkLst>
        <pc:spChg chg="add del">
          <ac:chgData name="Maharshi Divekar     /TECH_INT/IBANK/MUM" userId="S::90106339@icicibank.com::7c2bf31c-4ea2-4513-bc16-9540dae20e20" providerId="AD" clId="Web-{8987BF3D-6295-FAF6-8EA0-983F4334AD51}" dt="2026-03-17T06:34:28.425" v="791"/>
          <ac:spMkLst>
            <pc:docMk/>
            <pc:sldMk cId="199648994" sldId="1395"/>
            <ac:spMk id="2" creationId="{EB7A9267-88B5-E293-5A98-17DFCF5CE69C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389" v="1020" actId="1076"/>
          <ac:spMkLst>
            <pc:docMk/>
            <pc:sldMk cId="199648994" sldId="1395"/>
            <ac:spMk id="4" creationId="{F1828CB8-A0F8-540D-83D1-3BF60E5EE3EA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420" v="1021" actId="1076"/>
          <ac:spMkLst>
            <pc:docMk/>
            <pc:sldMk cId="199648994" sldId="1395"/>
            <ac:spMk id="6" creationId="{E873CF4C-7645-44BC-E5A8-2CE02E9C8ED1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467" v="1022" actId="1076"/>
          <ac:spMkLst>
            <pc:docMk/>
            <pc:sldMk cId="199648994" sldId="1395"/>
            <ac:spMk id="8" creationId="{6574D518-A62F-5BD0-74E2-633C21091626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498" v="1023" actId="1076"/>
          <ac:spMkLst>
            <pc:docMk/>
            <pc:sldMk cId="199648994" sldId="1395"/>
            <ac:spMk id="10" creationId="{294AA7EC-9D8D-15A5-1ED7-B68C03D24040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545" v="1024" actId="1076"/>
          <ac:spMkLst>
            <pc:docMk/>
            <pc:sldMk cId="199648994" sldId="1395"/>
            <ac:spMk id="11" creationId="{EF49CB96-11B8-E433-29B0-B6F4852BC517}"/>
          </ac:spMkLst>
        </pc:spChg>
        <pc:spChg chg="mod ord">
          <ac:chgData name="Maharshi Divekar     /TECH_INT/IBANK/MUM" userId="S::90106339@icicibank.com::7c2bf31c-4ea2-4513-bc16-9540dae20e20" providerId="AD" clId="Web-{8987BF3D-6295-FAF6-8EA0-983F4334AD51}" dt="2026-03-17T06:41:36.761" v="914"/>
          <ac:spMkLst>
            <pc:docMk/>
            <pc:sldMk cId="199648994" sldId="1395"/>
            <ac:spMk id="15" creationId="{993558DE-FBF2-05EE-59F7-4A5D1F4B697E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576" v="1001" actId="1076"/>
          <ac:spMkLst>
            <pc:docMk/>
            <pc:sldMk cId="199648994" sldId="1395"/>
            <ac:spMk id="17" creationId="{40E8A8FA-99ED-CE5E-9188-3D80687F4227}"/>
          </ac:spMkLst>
        </pc:spChg>
        <pc:spChg chg="del mod">
          <ac:chgData name="Maharshi Divekar     /TECH_INT/IBANK/MUM" userId="S::90106339@icicibank.com::7c2bf31c-4ea2-4513-bc16-9540dae20e20" providerId="AD" clId="Web-{8987BF3D-6295-FAF6-8EA0-983F4334AD51}" dt="2026-03-17T06:39:15.962" v="860"/>
          <ac:spMkLst>
            <pc:docMk/>
            <pc:sldMk cId="199648994" sldId="1395"/>
            <ac:spMk id="20" creationId="{4DF2EC9D-9372-CDE3-1AC7-46E0A9CF9B79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623" v="1002" actId="1076"/>
          <ac:spMkLst>
            <pc:docMk/>
            <pc:sldMk cId="199648994" sldId="1395"/>
            <ac:spMk id="21" creationId="{17A1FA9A-F4EF-02E8-4A01-465950243092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670" v="1003" actId="1076"/>
          <ac:spMkLst>
            <pc:docMk/>
            <pc:sldMk cId="199648994" sldId="1395"/>
            <ac:spMk id="25" creationId="{F6FB7F41-16F9-2FF0-0517-5E5C5018D206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717" v="1004" actId="1076"/>
          <ac:spMkLst>
            <pc:docMk/>
            <pc:sldMk cId="199648994" sldId="1395"/>
            <ac:spMk id="27" creationId="{48290B0E-EE06-D9C0-C468-6041548AC126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764" v="1005" actId="1076"/>
          <ac:spMkLst>
            <pc:docMk/>
            <pc:sldMk cId="199648994" sldId="1395"/>
            <ac:spMk id="32" creationId="{A66D7727-FF30-F0D9-2D56-0EAEE0FFF1CB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811" v="1006" actId="1076"/>
          <ac:spMkLst>
            <pc:docMk/>
            <pc:sldMk cId="199648994" sldId="1395"/>
            <ac:spMk id="36" creationId="{4403DDCD-BE22-B685-CBEB-73C9F054082F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857" v="1007" actId="1076"/>
          <ac:spMkLst>
            <pc:docMk/>
            <pc:sldMk cId="199648994" sldId="1395"/>
            <ac:spMk id="37" creationId="{8BEEFF32-A5A6-74B1-0D35-8D7AE8009181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889" v="1008" actId="1076"/>
          <ac:spMkLst>
            <pc:docMk/>
            <pc:sldMk cId="199648994" sldId="1395"/>
            <ac:spMk id="38" creationId="{EBC39AB0-119D-BC15-655A-8C97E146B6DC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936" v="1009" actId="1076"/>
          <ac:spMkLst>
            <pc:docMk/>
            <pc:sldMk cId="199648994" sldId="1395"/>
            <ac:spMk id="39" creationId="{4A27AD77-6DED-324E-EB70-16B905A5E9FD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3.967" v="1010" actId="1076"/>
          <ac:spMkLst>
            <pc:docMk/>
            <pc:sldMk cId="199648994" sldId="1395"/>
            <ac:spMk id="40" creationId="{FBA1283D-F8DB-5FA5-AD8D-8C57DEF34A94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014" v="1011" actId="1076"/>
          <ac:spMkLst>
            <pc:docMk/>
            <pc:sldMk cId="199648994" sldId="1395"/>
            <ac:spMk id="41" creationId="{FA231D42-35C4-41C4-CE7B-D1DD77912395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045" v="1012" actId="1076"/>
          <ac:spMkLst>
            <pc:docMk/>
            <pc:sldMk cId="199648994" sldId="1395"/>
            <ac:spMk id="42" creationId="{9CC9FFFC-303B-CF11-20E6-28462C2BA94A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092" v="1013" actId="1076"/>
          <ac:spMkLst>
            <pc:docMk/>
            <pc:sldMk cId="199648994" sldId="1395"/>
            <ac:spMk id="43" creationId="{DC95A779-6246-692E-EEFF-A67CD68D4BF9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139" v="1014" actId="1076"/>
          <ac:spMkLst>
            <pc:docMk/>
            <pc:sldMk cId="199648994" sldId="1395"/>
            <ac:spMk id="48" creationId="{2D081D94-05C9-0D3C-E58E-B55335976B32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170" v="1015" actId="1076"/>
          <ac:spMkLst>
            <pc:docMk/>
            <pc:sldMk cId="199648994" sldId="1395"/>
            <ac:spMk id="49" creationId="{AE2F7644-CCFF-4571-BD45-6C7ED4220B56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217" v="1016" actId="1076"/>
          <ac:spMkLst>
            <pc:docMk/>
            <pc:sldMk cId="199648994" sldId="1395"/>
            <ac:spMk id="50" creationId="{392F2978-F16E-C603-6E75-2FD4CE620F39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264" v="1017" actId="1076"/>
          <ac:spMkLst>
            <pc:docMk/>
            <pc:sldMk cId="199648994" sldId="1395"/>
            <ac:spMk id="51" creationId="{D04E261F-5486-B16C-B1FC-86FB987DF5D7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311" v="1018" actId="1076"/>
          <ac:spMkLst>
            <pc:docMk/>
            <pc:sldMk cId="199648994" sldId="1395"/>
            <ac:spMk id="52" creationId="{A8847181-FF3C-A4E1-B0C8-FA4320F6DA36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2:14.357" v="1019" actId="1076"/>
          <ac:spMkLst>
            <pc:docMk/>
            <pc:sldMk cId="199648994" sldId="1395"/>
            <ac:spMk id="53" creationId="{8F850075-FA31-1F10-5265-B0E5208FB850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50:09.244" v="981" actId="1076"/>
          <ac:spMkLst>
            <pc:docMk/>
            <pc:sldMk cId="199648994" sldId="1395"/>
            <ac:spMk id="57" creationId="{089691E2-DD3F-A483-EBE3-4B15FB601D3C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37:10.288" v="845" actId="1076"/>
          <ac:spMkLst>
            <pc:docMk/>
            <pc:sldMk cId="199648994" sldId="1395"/>
            <ac:spMk id="59" creationId="{858E367E-B531-FF7C-DBB7-ADC351E55E5C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36:14.490" v="830" actId="1076"/>
          <ac:spMkLst>
            <pc:docMk/>
            <pc:sldMk cId="199648994" sldId="1395"/>
            <ac:spMk id="61" creationId="{DC6992BB-FA50-DC2B-2457-3AD537243431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36:14.505" v="831" actId="1076"/>
          <ac:spMkLst>
            <pc:docMk/>
            <pc:sldMk cId="199648994" sldId="1395"/>
            <ac:spMk id="63" creationId="{77136089-1262-DA82-D40C-8C768264281B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37:14.460" v="847" actId="1076"/>
          <ac:spMkLst>
            <pc:docMk/>
            <pc:sldMk cId="199648994" sldId="1395"/>
            <ac:spMk id="65" creationId="{F60DB462-025B-E36B-6E8F-D72636FBA5DC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857" v="1027" actId="1076"/>
          <ac:spMkLst>
            <pc:docMk/>
            <pc:sldMk cId="199648994" sldId="1395"/>
            <ac:spMk id="66" creationId="{5E4A039A-1C74-5120-AB5B-2C674E0D95DC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36:14.552" v="833" actId="1076"/>
          <ac:spMkLst>
            <pc:docMk/>
            <pc:sldMk cId="199648994" sldId="1395"/>
            <ac:spMk id="67" creationId="{0EE20B4B-B9B3-F8DA-925D-47FD25171420}"/>
          </ac:spMkLst>
        </pc:spChg>
        <pc:spChg chg="mod">
          <ac:chgData name="Maharshi Divekar     /TECH_INT/IBANK/MUM" userId="S::90106339@icicibank.com::7c2bf31c-4ea2-4513-bc16-9540dae20e20" providerId="AD" clId="Web-{8987BF3D-6295-FAF6-8EA0-983F4334AD51}" dt="2026-03-17T06:36:14.568" v="834" actId="1076"/>
          <ac:spMkLst>
            <pc:docMk/>
            <pc:sldMk cId="199648994" sldId="1395"/>
            <ac:spMk id="69" creationId="{C00AC6ED-5289-5093-D0EC-3D564A65178B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904" v="1028" actId="1076"/>
          <ac:spMkLst>
            <pc:docMk/>
            <pc:sldMk cId="199648994" sldId="1395"/>
            <ac:spMk id="70" creationId="{63520391-BED7-30A6-9DE5-9A6780381722}"/>
          </ac:spMkLst>
        </pc:spChg>
        <pc:spChg chg="del mod">
          <ac:chgData name="Maharshi Divekar     /TECH_INT/IBANK/MUM" userId="S::90106339@icicibank.com::7c2bf31c-4ea2-4513-bc16-9540dae20e20" providerId="AD" clId="Web-{8987BF3D-6295-FAF6-8EA0-983F4334AD51}" dt="2026-03-17T06:34:00.018" v="789"/>
          <ac:spMkLst>
            <pc:docMk/>
            <pc:sldMk cId="199648994" sldId="1395"/>
            <ac:spMk id="76" creationId="{72A09DEA-C9AD-9F7F-0A1C-2A425C44D23F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951" v="1029" actId="1076"/>
          <ac:spMkLst>
            <pc:docMk/>
            <pc:sldMk cId="199648994" sldId="1395"/>
            <ac:spMk id="77" creationId="{55C607F6-5497-6050-D395-DCF8EC36B98E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4.982" v="1030" actId="1076"/>
          <ac:spMkLst>
            <pc:docMk/>
            <pc:sldMk cId="199648994" sldId="1395"/>
            <ac:spMk id="79" creationId="{62B62403-262A-7B0E-CD43-FE21492DECC9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5.029" v="1031" actId="1076"/>
          <ac:spMkLst>
            <pc:docMk/>
            <pc:sldMk cId="199648994" sldId="1395"/>
            <ac:spMk id="81" creationId="{A2C83759-BCB4-E6C9-49E0-E5F537836864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5.061" v="1032" actId="1076"/>
          <ac:spMkLst>
            <pc:docMk/>
            <pc:sldMk cId="199648994" sldId="1395"/>
            <ac:spMk id="83" creationId="{8BD3E33C-6585-90FF-E96E-840C8DA871A7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5.107" v="1033" actId="1076"/>
          <ac:spMkLst>
            <pc:docMk/>
            <pc:sldMk cId="199648994" sldId="1395"/>
            <ac:spMk id="85" creationId="{7161FE09-8E80-782E-A45F-BE7CAC837B00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5.139" v="1034" actId="1076"/>
          <ac:spMkLst>
            <pc:docMk/>
            <pc:sldMk cId="199648994" sldId="1395"/>
            <ac:spMk id="91" creationId="{8BC354AB-1363-CC9C-526D-AEFB1570BE8B}"/>
          </ac:spMkLst>
        </pc:spChg>
        <pc:spChg chg="add mod ord">
          <ac:chgData name="Maharshi Divekar     /TECH_INT/IBANK/MUM" userId="S::90106339@icicibank.com::7c2bf31c-4ea2-4513-bc16-9540dae20e20" providerId="AD" clId="Web-{8987BF3D-6295-FAF6-8EA0-983F4334AD51}" dt="2026-03-17T06:52:13.529" v="1000" actId="1076"/>
          <ac:spMkLst>
            <pc:docMk/>
            <pc:sldMk cId="199648994" sldId="1395"/>
            <ac:spMk id="92" creationId="{23B442CE-028C-D45B-C8E9-60323EDDF394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52:15.186" v="1035" actId="1076"/>
          <ac:spMkLst>
            <pc:docMk/>
            <pc:sldMk cId="199648994" sldId="1395"/>
            <ac:spMk id="93" creationId="{CDBD913C-E1DC-4AFA-81C2-03B0E59253D5}"/>
          </ac:spMkLst>
        </pc:spChg>
        <pc:grpChg chg="add mod">
          <ac:chgData name="Maharshi Divekar     /TECH_INT/IBANK/MUM" userId="S::90106339@icicibank.com::7c2bf31c-4ea2-4513-bc16-9540dae20e20" providerId="AD" clId="Web-{8987BF3D-6295-FAF6-8EA0-983F4334AD51}" dt="2026-03-17T06:52:14.732" v="1025" actId="1076"/>
          <ac:grpSpMkLst>
            <pc:docMk/>
            <pc:sldMk cId="199648994" sldId="1395"/>
            <ac:grpSpMk id="58" creationId="{AC79350F-B420-31E0-2CB6-896C2ED870F7}"/>
          </ac:grpSpMkLst>
        </pc:grpChg>
        <pc:grpChg chg="mod">
          <ac:chgData name="Maharshi Divekar     /TECH_INT/IBANK/MUM" userId="S::90106339@icicibank.com::7c2bf31c-4ea2-4513-bc16-9540dae20e20" providerId="AD" clId="Web-{8987BF3D-6295-FAF6-8EA0-983F4334AD51}" dt="2026-03-17T06:52:15.279" v="1036" actId="1076"/>
          <ac:grpSpMkLst>
            <pc:docMk/>
            <pc:sldMk cId="199648994" sldId="1395"/>
            <ac:grpSpMk id="82" creationId="{F7D266CE-5286-4B5B-8134-CDCF997EC6F1}"/>
          </ac:grpSpMkLst>
        </pc:grpChg>
        <pc:picChg chg="del">
          <ac:chgData name="Maharshi Divekar     /TECH_INT/IBANK/MUM" userId="S::90106339@icicibank.com::7c2bf31c-4ea2-4513-bc16-9540dae20e20" providerId="AD" clId="Web-{8987BF3D-6295-FAF6-8EA0-983F4334AD51}" dt="2026-03-17T06:33:27.360" v="782"/>
          <ac:picMkLst>
            <pc:docMk/>
            <pc:sldMk cId="199648994" sldId="1395"/>
            <ac:picMk id="13" creationId="{FFFC9245-C92F-FE29-3DE4-0C2F82E1E213}"/>
          </ac:picMkLst>
        </pc:picChg>
        <pc:picChg chg="del">
          <ac:chgData name="Maharshi Divekar     /TECH_INT/IBANK/MUM" userId="S::90106339@icicibank.com::7c2bf31c-4ea2-4513-bc16-9540dae20e20" providerId="AD" clId="Web-{8987BF3D-6295-FAF6-8EA0-983F4334AD51}" dt="2026-03-17T06:37:25.069" v="849"/>
          <ac:picMkLst>
            <pc:docMk/>
            <pc:sldMk cId="199648994" sldId="1395"/>
            <ac:picMk id="35" creationId="{E52E615A-60BC-FE3A-A2FE-5377AA7D3A57}"/>
          </ac:picMkLst>
        </pc:picChg>
        <pc:picChg chg="add mod modCrop">
          <ac:chgData name="Maharshi Divekar     /TECH_INT/IBANK/MUM" userId="S::90106339@icicibank.com::7c2bf31c-4ea2-4513-bc16-9540dae20e20" providerId="AD" clId="Web-{8987BF3D-6295-FAF6-8EA0-983F4334AD51}" dt="2026-03-17T06:52:14.811" v="1026" actId="1076"/>
          <ac:picMkLst>
            <pc:docMk/>
            <pc:sldMk cId="199648994" sldId="1395"/>
            <ac:picMk id="62" creationId="{E7108FBD-5BAE-B8B9-BC33-84096DD7F604}"/>
          </ac:picMkLst>
        </pc:picChg>
        <pc:picChg chg="add del mod">
          <ac:chgData name="Maharshi Divekar     /TECH_INT/IBANK/MUM" userId="S::90106339@icicibank.com::7c2bf31c-4ea2-4513-bc16-9540dae20e20" providerId="AD" clId="Web-{8987BF3D-6295-FAF6-8EA0-983F4334AD51}" dt="2026-03-17T06:39:46.056" v="897"/>
          <ac:picMkLst>
            <pc:docMk/>
            <pc:sldMk cId="199648994" sldId="1395"/>
            <ac:picMk id="87" creationId="{7F37D758-DA51-9D36-CA96-48C9779528ED}"/>
          </ac:picMkLst>
        </pc:picChg>
        <pc:picChg chg="add del mod">
          <ac:chgData name="Maharshi Divekar     /TECH_INT/IBANK/MUM" userId="S::90106339@icicibank.com::7c2bf31c-4ea2-4513-bc16-9540dae20e20" providerId="AD" clId="Web-{8987BF3D-6295-FAF6-8EA0-983F4334AD51}" dt="2026-03-17T06:39:45.009" v="896"/>
          <ac:picMkLst>
            <pc:docMk/>
            <pc:sldMk cId="199648994" sldId="1395"/>
            <ac:picMk id="89" creationId="{E98AE931-A9D8-9602-3898-0BC110465E88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311" v="1037" actId="1076"/>
          <ac:picMkLst>
            <pc:docMk/>
            <pc:sldMk cId="199648994" sldId="1395"/>
            <ac:picMk id="94" creationId="{09990E1B-22CE-86BF-5D65-6E5593B55F12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342" v="1038" actId="1076"/>
          <ac:picMkLst>
            <pc:docMk/>
            <pc:sldMk cId="199648994" sldId="1395"/>
            <ac:picMk id="96" creationId="{385D97A5-EF88-E2F7-C58E-6A126CCBDE40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389" v="1039" actId="1076"/>
          <ac:picMkLst>
            <pc:docMk/>
            <pc:sldMk cId="199648994" sldId="1395"/>
            <ac:picMk id="98" creationId="{4F106402-3EEE-6C11-F4A7-2A6A33596B4E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420" v="1040" actId="1076"/>
          <ac:picMkLst>
            <pc:docMk/>
            <pc:sldMk cId="199648994" sldId="1395"/>
            <ac:picMk id="100" creationId="{A5E33173-4617-6805-88A3-D612BC1DFBDE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482" v="1041" actId="1076"/>
          <ac:picMkLst>
            <pc:docMk/>
            <pc:sldMk cId="199648994" sldId="1395"/>
            <ac:picMk id="102" creationId="{DF5AC431-FAF6-2A56-B004-73D1F522E51E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529" v="1042" actId="1076"/>
          <ac:picMkLst>
            <pc:docMk/>
            <pc:sldMk cId="199648994" sldId="1395"/>
            <ac:picMk id="104" creationId="{9FF838DD-A988-56FF-331D-9705D0B29787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576" v="1043" actId="1076"/>
          <ac:picMkLst>
            <pc:docMk/>
            <pc:sldMk cId="199648994" sldId="1395"/>
            <ac:picMk id="106" creationId="{5377D89D-A6F1-8DCE-0864-81859AB39F28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607" v="1044" actId="1076"/>
          <ac:picMkLst>
            <pc:docMk/>
            <pc:sldMk cId="199648994" sldId="1395"/>
            <ac:picMk id="108" creationId="{8403855A-0DC4-2BDE-E532-AA9893B996A9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654" v="1045" actId="1076"/>
          <ac:picMkLst>
            <pc:docMk/>
            <pc:sldMk cId="199648994" sldId="1395"/>
            <ac:picMk id="110" creationId="{022E432F-FE1A-25BC-5072-760F89A2FDE1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52:15.701" v="1046" actId="1076"/>
          <ac:picMkLst>
            <pc:docMk/>
            <pc:sldMk cId="199648994" sldId="1395"/>
            <ac:picMk id="112" creationId="{7DFF8BF6-1D2C-06A9-D6A1-7BFE8B1A4031}"/>
          </ac:picMkLst>
        </pc:picChg>
        <pc:cxnChg chg="mod">
          <ac:chgData name="Maharshi Divekar     /TECH_INT/IBANK/MUM" userId="S::90106339@icicibank.com::7c2bf31c-4ea2-4513-bc16-9540dae20e20" providerId="AD" clId="Web-{8987BF3D-6295-FAF6-8EA0-983F4334AD51}" dt="2026-03-17T06:40:49.542" v="902" actId="1076"/>
          <ac:cxnSpMkLst>
            <pc:docMk/>
            <pc:sldMk cId="199648994" sldId="1395"/>
            <ac:cxnSpMk id="71" creationId="{CB97FB85-9107-CC7C-E0A5-DA08CEC58D7A}"/>
          </ac:cxnSpMkLst>
        </pc:cxnChg>
        <pc:cxnChg chg="mod">
          <ac:chgData name="Maharshi Divekar     /TECH_INT/IBANK/MUM" userId="S::90106339@icicibank.com::7c2bf31c-4ea2-4513-bc16-9540dae20e20" providerId="AD" clId="Web-{8987BF3D-6295-FAF6-8EA0-983F4334AD51}" dt="2026-03-17T06:36:40.506" v="841" actId="1076"/>
          <ac:cxnSpMkLst>
            <pc:docMk/>
            <pc:sldMk cId="199648994" sldId="1395"/>
            <ac:cxnSpMk id="73" creationId="{0487EB9F-D85C-72F1-4C78-54FCA688638C}"/>
          </ac:cxnSpMkLst>
        </pc:cxnChg>
        <pc:cxnChg chg="mod">
          <ac:chgData name="Maharshi Divekar     /TECH_INT/IBANK/MUM" userId="S::90106339@icicibank.com::7c2bf31c-4ea2-4513-bc16-9540dae20e20" providerId="AD" clId="Web-{8987BF3D-6295-FAF6-8EA0-983F4334AD51}" dt="2026-03-17T06:36:14.615" v="837" actId="1076"/>
          <ac:cxnSpMkLst>
            <pc:docMk/>
            <pc:sldMk cId="199648994" sldId="1395"/>
            <ac:cxnSpMk id="74" creationId="{4E044ECA-B5E7-5F26-0BAF-281A8B570E27}"/>
          </ac:cxnSpMkLst>
        </pc:cxnChg>
        <pc:cxnChg chg="mod">
          <ac:chgData name="Maharshi Divekar     /TECH_INT/IBANK/MUM" userId="S::90106339@icicibank.com::7c2bf31c-4ea2-4513-bc16-9540dae20e20" providerId="AD" clId="Web-{8987BF3D-6295-FAF6-8EA0-983F4334AD51}" dt="2026-03-17T06:36:14.646" v="838" actId="1076"/>
          <ac:cxnSpMkLst>
            <pc:docMk/>
            <pc:sldMk cId="199648994" sldId="1395"/>
            <ac:cxnSpMk id="75" creationId="{8081D11E-8C54-C47E-2208-DBD59D12F59F}"/>
          </ac:cxnSpMkLst>
        </pc:cxnChg>
      </pc:sldChg>
      <pc:sldChg chg="addSp delSp modSp del">
        <pc:chgData name="Maharshi Divekar     /TECH_INT/IBANK/MUM" userId="S::90106339@icicibank.com::7c2bf31c-4ea2-4513-bc16-9540dae20e20" providerId="AD" clId="Web-{8987BF3D-6295-FAF6-8EA0-983F4334AD51}" dt="2026-03-17T06:57:10.207" v="1048"/>
        <pc:sldMkLst>
          <pc:docMk/>
          <pc:sldMk cId="611540084" sldId="1396"/>
        </pc:sldMkLst>
        <pc:spChg chg="del mod">
          <ac:chgData name="Maharshi Divekar     /TECH_INT/IBANK/MUM" userId="S::90106339@icicibank.com::7c2bf31c-4ea2-4513-bc16-9540dae20e20" providerId="AD" clId="Web-{8987BF3D-6295-FAF6-8EA0-983F4334AD51}" dt="2026-03-17T05:52:46.693" v="17"/>
          <ac:spMkLst>
            <pc:docMk/>
            <pc:sldMk cId="611540084" sldId="1396"/>
            <ac:spMk id="11" creationId="{814C1548-6ADA-7676-D0DA-8A9F5EAFC976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5:52:30.331" v="12"/>
          <ac:spMkLst>
            <pc:docMk/>
            <pc:sldMk cId="611540084" sldId="1396"/>
            <ac:spMk id="13" creationId="{EEFB3DD2-5399-020B-4776-1B1B793F9D4B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5:52:28.159" v="11"/>
          <ac:spMkLst>
            <pc:docMk/>
            <pc:sldMk cId="611540084" sldId="1396"/>
            <ac:spMk id="15" creationId="{7742FD56-D80B-A222-5FA4-4D2A60A1A024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5:52:27.722" v="10"/>
          <ac:spMkLst>
            <pc:docMk/>
            <pc:sldMk cId="611540084" sldId="1396"/>
            <ac:spMk id="16" creationId="{D56D25AD-7EA1-3209-E145-13FB80811FFA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5:56:54.257" v="72" actId="20577"/>
          <ac:spMkLst>
            <pc:docMk/>
            <pc:sldMk cId="611540084" sldId="1396"/>
            <ac:spMk id="17" creationId="{EE139CB6-DAB3-E679-692F-5D67D902B68F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3:03.952" v="406" actId="14100"/>
          <ac:spMkLst>
            <pc:docMk/>
            <pc:sldMk cId="611540084" sldId="1396"/>
            <ac:spMk id="19" creationId="{B9219048-0FD7-5BA6-857C-E0A5A18EE436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03:03.174" v="209"/>
          <ac:spMkLst>
            <pc:docMk/>
            <pc:sldMk cId="611540084" sldId="1396"/>
            <ac:spMk id="21" creationId="{587A4DA4-2278-F488-A1F0-AE50A732A41B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1:23.148" v="398" actId="20577"/>
          <ac:spMkLst>
            <pc:docMk/>
            <pc:sldMk cId="611540084" sldId="1396"/>
            <ac:spMk id="25" creationId="{AE002DC9-4391-D782-3EE4-3A9C9685D62E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1:07.303" v="397" actId="20577"/>
          <ac:spMkLst>
            <pc:docMk/>
            <pc:sldMk cId="611540084" sldId="1396"/>
            <ac:spMk id="26" creationId="{8E1088C0-A6DB-C267-B356-D58226D29795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01:50.813" v="188" actId="1076"/>
          <ac:spMkLst>
            <pc:docMk/>
            <pc:sldMk cId="611540084" sldId="1396"/>
            <ac:spMk id="27" creationId="{0205F76B-E898-7BD1-45BA-EA02478CD518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04:13.113" v="251" actId="14100"/>
          <ac:spMkLst>
            <pc:docMk/>
            <pc:sldMk cId="611540084" sldId="1396"/>
            <ac:spMk id="28" creationId="{156E323C-4A23-56DF-C29A-1E261AA53A98}"/>
          </ac:spMkLst>
        </pc:spChg>
        <pc:spChg chg="add mod ord">
          <ac:chgData name="Maharshi Divekar     /TECH_INT/IBANK/MUM" userId="S::90106339@icicibank.com::7c2bf31c-4ea2-4513-bc16-9540dae20e20" providerId="AD" clId="Web-{8987BF3D-6295-FAF6-8EA0-983F4334AD51}" dt="2026-03-17T06:07:06.459" v="266"/>
          <ac:spMkLst>
            <pc:docMk/>
            <pc:sldMk cId="611540084" sldId="1396"/>
            <ac:spMk id="30" creationId="{6C66A0F8-42AF-18BA-5AE0-942C1B055954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09:42.827" v="336" actId="20577"/>
          <ac:spMkLst>
            <pc:docMk/>
            <pc:sldMk cId="611540084" sldId="1396"/>
            <ac:spMk id="32" creationId="{56C74160-5AA3-9331-BA20-18462B43F9A1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2:16.089" v="403" actId="1076"/>
          <ac:spMkLst>
            <pc:docMk/>
            <pc:sldMk cId="611540084" sldId="1396"/>
            <ac:spMk id="33" creationId="{5EE0785F-07B6-9E64-1CB9-B826953B680F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4:47.081" v="424" actId="20577"/>
          <ac:spMkLst>
            <pc:docMk/>
            <pc:sldMk cId="611540084" sldId="1396"/>
            <ac:spMk id="36" creationId="{BD6EFC28-E690-06FF-0332-62C713D270BA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7:02.133" v="460" actId="1076"/>
          <ac:spMkLst>
            <pc:docMk/>
            <pc:sldMk cId="611540084" sldId="1396"/>
            <ac:spMk id="37" creationId="{A485B9B5-AB40-BD4B-43EC-BC86D78929E1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17:46.759" v="466" actId="1076"/>
          <ac:spMkLst>
            <pc:docMk/>
            <pc:sldMk cId="611540084" sldId="1396"/>
            <ac:spMk id="38" creationId="{856FDE24-D156-9FF5-3CCA-1D27D218F3C3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20:00.622" v="519" actId="20577"/>
          <ac:spMkLst>
            <pc:docMk/>
            <pc:sldMk cId="611540084" sldId="1396"/>
            <ac:spMk id="39" creationId="{8006FFB5-6A0C-8C16-E467-AFC23AFACA03}"/>
          </ac:spMkLst>
        </pc:spChg>
        <pc:spChg chg="add del mod">
          <ac:chgData name="Maharshi Divekar     /TECH_INT/IBANK/MUM" userId="S::90106339@icicibank.com::7c2bf31c-4ea2-4513-bc16-9540dae20e20" providerId="AD" clId="Web-{8987BF3D-6295-FAF6-8EA0-983F4334AD51}" dt="2026-03-17T06:20:11.716" v="522"/>
          <ac:spMkLst>
            <pc:docMk/>
            <pc:sldMk cId="611540084" sldId="1396"/>
            <ac:spMk id="40" creationId="{0819C3C1-A444-53F3-CF3B-110B23A02C56}"/>
          </ac:spMkLst>
        </pc:spChg>
        <pc:spChg chg="add del">
          <ac:chgData name="Maharshi Divekar     /TECH_INT/IBANK/MUM" userId="S::90106339@icicibank.com::7c2bf31c-4ea2-4513-bc16-9540dae20e20" providerId="AD" clId="Web-{8987BF3D-6295-FAF6-8EA0-983F4334AD51}" dt="2026-03-17T06:20:19.981" v="524"/>
          <ac:spMkLst>
            <pc:docMk/>
            <pc:sldMk cId="611540084" sldId="1396"/>
            <ac:spMk id="41" creationId="{FE2DB90A-8817-8184-302E-C53159159F9C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28:17.876" v="768" actId="14100"/>
          <ac:spMkLst>
            <pc:docMk/>
            <pc:sldMk cId="611540084" sldId="1396"/>
            <ac:spMk id="42" creationId="{1083B7E7-E401-ACA1-303D-EB13143795D2}"/>
          </ac:spMkLst>
        </pc:spChg>
        <pc:spChg chg="add del">
          <ac:chgData name="Maharshi Divekar     /TECH_INT/IBANK/MUM" userId="S::90106339@icicibank.com::7c2bf31c-4ea2-4513-bc16-9540dae20e20" providerId="AD" clId="Web-{8987BF3D-6295-FAF6-8EA0-983F4334AD51}" dt="2026-03-17T06:21:24.795" v="582"/>
          <ac:spMkLst>
            <pc:docMk/>
            <pc:sldMk cId="611540084" sldId="1396"/>
            <ac:spMk id="43" creationId="{67E9A76A-7454-953C-603F-343475F55125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28:14.485" v="767" actId="14100"/>
          <ac:spMkLst>
            <pc:docMk/>
            <pc:sldMk cId="611540084" sldId="1396"/>
            <ac:spMk id="44" creationId="{63AEA4F2-1CE1-327A-D8EB-9DC350CC3CBB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28:08.188" v="766" actId="14100"/>
          <ac:spMkLst>
            <pc:docMk/>
            <pc:sldMk cId="611540084" sldId="1396"/>
            <ac:spMk id="45" creationId="{35AD9B27-A862-A7DF-5285-D062D0C2DF33}"/>
          </ac:spMkLst>
        </pc:spChg>
        <pc:spChg chg="add mod">
          <ac:chgData name="Maharshi Divekar     /TECH_INT/IBANK/MUM" userId="S::90106339@icicibank.com::7c2bf31c-4ea2-4513-bc16-9540dae20e20" providerId="AD" clId="Web-{8987BF3D-6295-FAF6-8EA0-983F4334AD51}" dt="2026-03-17T06:28:03.359" v="765" actId="14100"/>
          <ac:spMkLst>
            <pc:docMk/>
            <pc:sldMk cId="611540084" sldId="1396"/>
            <ac:spMk id="46" creationId="{DEBB1A0C-F15D-84BB-53A8-11F13B457B00}"/>
          </ac:spMkLst>
        </pc:spChg>
        <pc:grpChg chg="add mod">
          <ac:chgData name="Maharshi Divekar     /TECH_INT/IBANK/MUM" userId="S::90106339@icicibank.com::7c2bf31c-4ea2-4513-bc16-9540dae20e20" providerId="AD" clId="Web-{8987BF3D-6295-FAF6-8EA0-983F4334AD51}" dt="2026-03-17T06:13:00.311" v="405" actId="1076"/>
          <ac:grpSpMkLst>
            <pc:docMk/>
            <pc:sldMk cId="611540084" sldId="1396"/>
            <ac:grpSpMk id="34" creationId="{EB5939FF-9B6D-6293-4D20-229B9126C74A}"/>
          </ac:grpSpMkLst>
        </pc:grpChg>
        <pc:picChg chg="mod">
          <ac:chgData name="Maharshi Divekar     /TECH_INT/IBANK/MUM" userId="S::90106339@icicibank.com::7c2bf31c-4ea2-4513-bc16-9540dae20e20" providerId="AD" clId="Web-{8987BF3D-6295-FAF6-8EA0-983F4334AD51}" dt="2026-03-17T05:59:51.435" v="121" actId="1076"/>
          <ac:picMkLst>
            <pc:docMk/>
            <pc:sldMk cId="611540084" sldId="1396"/>
            <ac:picMk id="24" creationId="{8C936CD7-B75B-92E7-8BE0-5C88876A70A8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08:52.696" v="281" actId="14100"/>
          <ac:picMkLst>
            <pc:docMk/>
            <pc:sldMk cId="611540084" sldId="1396"/>
            <ac:picMk id="29" creationId="{055E8CED-AB33-C3A4-0ED7-701F4DB9F4AE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08:42.726" v="280" actId="1076"/>
          <ac:picMkLst>
            <pc:docMk/>
            <pc:sldMk cId="611540084" sldId="1396"/>
            <ac:picMk id="31" creationId="{C0FE290A-43AE-134B-94A6-17562296455C}"/>
          </ac:picMkLst>
        </pc:picChg>
        <pc:picChg chg="add mod">
          <ac:chgData name="Maharshi Divekar     /TECH_INT/IBANK/MUM" userId="S::90106339@icicibank.com::7c2bf31c-4ea2-4513-bc16-9540dae20e20" providerId="AD" clId="Web-{8987BF3D-6295-FAF6-8EA0-983F4334AD51}" dt="2026-03-17T06:30:11.852" v="781" actId="1076"/>
          <ac:picMkLst>
            <pc:docMk/>
            <pc:sldMk cId="611540084" sldId="1396"/>
            <ac:picMk id="47" creationId="{EC93F956-03F8-BD90-875F-50C8155D3A01}"/>
          </ac:picMkLst>
        </pc:picChg>
      </pc:sldChg>
    </pc:docChg>
  </pc:docChgLst>
  <pc:docChgLst>
    <pc:chgData name="Rohini Pawar     /TECH_INT/IBANK/MUM" userId="S::90106322@icicibank.com::96425cf0-60c7-4a0e-ab20-00f8ab8d80d7" providerId="AD" clId="Web-{6C2BD7E5-D711-DD3B-053D-E6D0E642D0EA}"/>
    <pc:docChg chg="addSld modSld modSection">
      <pc:chgData name="Rohini Pawar     /TECH_INT/IBANK/MUM" userId="S::90106322@icicibank.com::96425cf0-60c7-4a0e-ab20-00f8ab8d80d7" providerId="AD" clId="Web-{6C2BD7E5-D711-DD3B-053D-E6D0E642D0EA}" dt="2026-03-16T10:18:09.885" v="261"/>
      <pc:docMkLst>
        <pc:docMk/>
      </pc:docMkLst>
      <pc:sldChg chg="modSp">
        <pc:chgData name="Rohini Pawar     /TECH_INT/IBANK/MUM" userId="S::90106322@icicibank.com::96425cf0-60c7-4a0e-ab20-00f8ab8d80d7" providerId="AD" clId="Web-{6C2BD7E5-D711-DD3B-053D-E6D0E642D0EA}" dt="2026-03-16T10:08:31.105" v="86" actId="20577"/>
        <pc:sldMkLst>
          <pc:docMk/>
          <pc:sldMk cId="1887327170" sldId="1391"/>
        </pc:sldMkLst>
        <pc:spChg chg="mod">
          <ac:chgData name="Rohini Pawar     /TECH_INT/IBANK/MUM" userId="S::90106322@icicibank.com::96425cf0-60c7-4a0e-ab20-00f8ab8d80d7" providerId="AD" clId="Web-{6C2BD7E5-D711-DD3B-053D-E6D0E642D0EA}" dt="2026-03-16T10:08:31.105" v="86" actId="20577"/>
          <ac:spMkLst>
            <pc:docMk/>
            <pc:sldMk cId="1887327170" sldId="1391"/>
            <ac:spMk id="238" creationId="{69F38212-3278-F412-BDF7-4AC1FFBC4C44}"/>
          </ac:spMkLst>
        </pc:spChg>
      </pc:sldChg>
      <pc:sldChg chg="addSp delSp modSp">
        <pc:chgData name="Rohini Pawar     /TECH_INT/IBANK/MUM" userId="S::90106322@icicibank.com::96425cf0-60c7-4a0e-ab20-00f8ab8d80d7" providerId="AD" clId="Web-{6C2BD7E5-D711-DD3B-053D-E6D0E642D0EA}" dt="2026-03-16T10:07:58.730" v="74" actId="20577"/>
        <pc:sldMkLst>
          <pc:docMk/>
          <pc:sldMk cId="3337881670" sldId="1392"/>
        </pc:sldMkLst>
        <pc:spChg chg="mod">
          <ac:chgData name="Rohini Pawar     /TECH_INT/IBANK/MUM" userId="S::90106322@icicibank.com::96425cf0-60c7-4a0e-ab20-00f8ab8d80d7" providerId="AD" clId="Web-{6C2BD7E5-D711-DD3B-053D-E6D0E642D0EA}" dt="2026-03-16T10:00:33.198" v="2" actId="1076"/>
          <ac:spMkLst>
            <pc:docMk/>
            <pc:sldMk cId="3337881670" sldId="1392"/>
            <ac:spMk id="4" creationId="{251ABB25-723B-FAFE-70B4-2ED994EA3E0B}"/>
          </ac:spMkLst>
        </pc:spChg>
        <pc:spChg chg="add del">
          <ac:chgData name="Rohini Pawar     /TECH_INT/IBANK/MUM" userId="S::90106322@icicibank.com::96425cf0-60c7-4a0e-ab20-00f8ab8d80d7" providerId="AD" clId="Web-{6C2BD7E5-D711-DD3B-053D-E6D0E642D0EA}" dt="2026-03-16T10:00:46.183" v="9"/>
          <ac:spMkLst>
            <pc:docMk/>
            <pc:sldMk cId="3337881670" sldId="1392"/>
            <ac:spMk id="5" creationId="{D026BA6E-2560-FDC3-2AB8-B97D24D00FAF}"/>
          </ac:spMkLst>
        </pc:spChg>
        <pc:spChg chg="add del">
          <ac:chgData name="Rohini Pawar     /TECH_INT/IBANK/MUM" userId="S::90106322@icicibank.com::96425cf0-60c7-4a0e-ab20-00f8ab8d80d7" providerId="AD" clId="Web-{6C2BD7E5-D711-DD3B-053D-E6D0E642D0EA}" dt="2026-03-16T10:00:46.183" v="8"/>
          <ac:spMkLst>
            <pc:docMk/>
            <pc:sldMk cId="3337881670" sldId="1392"/>
            <ac:spMk id="6" creationId="{E1514CA6-14CD-E72F-E8FE-8D7CD18FB92C}"/>
          </ac:spMkLst>
        </pc:spChg>
        <pc:spChg chg="add mod">
          <ac:chgData name="Rohini Pawar     /TECH_INT/IBANK/MUM" userId="S::90106322@icicibank.com::96425cf0-60c7-4a0e-ab20-00f8ab8d80d7" providerId="AD" clId="Web-{6C2BD7E5-D711-DD3B-053D-E6D0E642D0EA}" dt="2026-03-16T10:00:58.042" v="16" actId="1076"/>
          <ac:spMkLst>
            <pc:docMk/>
            <pc:sldMk cId="3337881670" sldId="1392"/>
            <ac:spMk id="7" creationId="{93E24CB9-39F2-06F8-9AA6-CF528BE50B28}"/>
          </ac:spMkLst>
        </pc:spChg>
        <pc:spChg chg="add mod">
          <ac:chgData name="Rohini Pawar     /TECH_INT/IBANK/MUM" userId="S::90106322@icicibank.com::96425cf0-60c7-4a0e-ab20-00f8ab8d80d7" providerId="AD" clId="Web-{6C2BD7E5-D711-DD3B-053D-E6D0E642D0EA}" dt="2026-03-16T10:00:58.058" v="17" actId="1076"/>
          <ac:spMkLst>
            <pc:docMk/>
            <pc:sldMk cId="3337881670" sldId="1392"/>
            <ac:spMk id="8" creationId="{1183A868-5099-574C-ECBE-C19DA45D0E23}"/>
          </ac:spMkLst>
        </pc:spChg>
        <pc:spChg chg="add mod">
          <ac:chgData name="Rohini Pawar     /TECH_INT/IBANK/MUM" userId="S::90106322@icicibank.com::96425cf0-60c7-4a0e-ab20-00f8ab8d80d7" providerId="AD" clId="Web-{6C2BD7E5-D711-DD3B-053D-E6D0E642D0EA}" dt="2026-03-16T10:01:19.949" v="34" actId="20577"/>
          <ac:spMkLst>
            <pc:docMk/>
            <pc:sldMk cId="3337881670" sldId="1392"/>
            <ac:spMk id="9" creationId="{6363CB70-66D6-86E1-7F67-DAE0FAD96C99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00:23.323" v="1" actId="1076"/>
          <ac:spMkLst>
            <pc:docMk/>
            <pc:sldMk cId="3337881670" sldId="1392"/>
            <ac:spMk id="18" creationId="{2F79C50F-5C10-F8DC-1BD4-0B2EF8DDF35F}"/>
          </ac:spMkLst>
        </pc:spChg>
        <pc:spChg chg="mod ord">
          <ac:chgData name="Rohini Pawar     /TECH_INT/IBANK/MUM" userId="S::90106322@icicibank.com::96425cf0-60c7-4a0e-ab20-00f8ab8d80d7" providerId="AD" clId="Web-{6C2BD7E5-D711-DD3B-053D-E6D0E642D0EA}" dt="2026-03-16T10:07:58.730" v="74" actId="20577"/>
          <ac:spMkLst>
            <pc:docMk/>
            <pc:sldMk cId="3337881670" sldId="1392"/>
            <ac:spMk id="19" creationId="{98F59241-E5D3-D4BA-A4AE-510239E57E83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02:09.136" v="41" actId="14100"/>
          <ac:spMkLst>
            <pc:docMk/>
            <pc:sldMk cId="3337881670" sldId="1392"/>
            <ac:spMk id="30" creationId="{01BA5706-635B-A607-C210-FDB140C43E42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02:00.246" v="40" actId="1076"/>
          <ac:spMkLst>
            <pc:docMk/>
            <pc:sldMk cId="3337881670" sldId="1392"/>
            <ac:spMk id="31" creationId="{416EEDFF-3B90-0DCE-6205-524CB4BBE578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0:37.604" v="4"/>
          <ac:spMkLst>
            <pc:docMk/>
            <pc:sldMk cId="3337881670" sldId="1392"/>
            <ac:spMk id="32" creationId="{DD817F4C-A6FC-4AB1-5FF0-C5BAEC7ABF8C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0:36.183" v="3"/>
          <ac:spMkLst>
            <pc:docMk/>
            <pc:sldMk cId="3337881670" sldId="1392"/>
            <ac:spMk id="33" creationId="{7DC33DE9-E4AE-5409-FD67-8C63CD701E37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0:41.073" v="5"/>
          <ac:spMkLst>
            <pc:docMk/>
            <pc:sldMk cId="3337881670" sldId="1392"/>
            <ac:spMk id="34" creationId="{597BF8F2-5B92-5B38-1715-5352E5D855BA}"/>
          </ac:spMkLst>
        </pc:spChg>
      </pc:sldChg>
      <pc:sldChg chg="addSp delSp modSp add replId">
        <pc:chgData name="Rohini Pawar     /TECH_INT/IBANK/MUM" userId="S::90106322@icicibank.com::96425cf0-60c7-4a0e-ab20-00f8ab8d80d7" providerId="AD" clId="Web-{6C2BD7E5-D711-DD3B-053D-E6D0E642D0EA}" dt="2026-03-16T10:18:09.885" v="261"/>
        <pc:sldMkLst>
          <pc:docMk/>
          <pc:sldMk cId="3365489444" sldId="1393"/>
        </pc:sldMkLst>
        <pc:spChg chg="mod">
          <ac:chgData name="Rohini Pawar     /TECH_INT/IBANK/MUM" userId="S::90106322@icicibank.com::96425cf0-60c7-4a0e-ab20-00f8ab8d80d7" providerId="AD" clId="Web-{6C2BD7E5-D711-DD3B-053D-E6D0E642D0EA}" dt="2026-03-16T10:13:28.293" v="170" actId="1076"/>
          <ac:spMkLst>
            <pc:docMk/>
            <pc:sldMk cId="3365489444" sldId="1393"/>
            <ac:spMk id="2" creationId="{7C39A35F-44E9-318D-8255-CAAC0F99A5EC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340" v="171" actId="1076"/>
          <ac:spMkLst>
            <pc:docMk/>
            <pc:sldMk cId="3365489444" sldId="1393"/>
            <ac:spMk id="3" creationId="{1D49AC6A-0C8E-94EE-2468-3F3F4E597C5D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371" v="172" actId="1076"/>
          <ac:spMkLst>
            <pc:docMk/>
            <pc:sldMk cId="3365489444" sldId="1393"/>
            <ac:spMk id="4" creationId="{60B3E8A1-1B99-9639-2A3D-E86B91DF1AE8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418" v="173" actId="1076"/>
          <ac:spMkLst>
            <pc:docMk/>
            <pc:sldMk cId="3365489444" sldId="1393"/>
            <ac:spMk id="5" creationId="{FDC720AD-07A0-DCAB-8FB5-846C043FA58B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449" v="174" actId="1076"/>
          <ac:spMkLst>
            <pc:docMk/>
            <pc:sldMk cId="3365489444" sldId="1393"/>
            <ac:spMk id="6" creationId="{CC02CAF1-210E-402D-F133-710181B02B47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496" v="175" actId="1076"/>
          <ac:spMkLst>
            <pc:docMk/>
            <pc:sldMk cId="3365489444" sldId="1393"/>
            <ac:spMk id="7" creationId="{718C1FB2-8ECE-D9EB-7DD2-5708F4630F13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527" v="176" actId="1076"/>
          <ac:spMkLst>
            <pc:docMk/>
            <pc:sldMk cId="3365489444" sldId="1393"/>
            <ac:spMk id="8" creationId="{9C65FA96-DF4D-8037-6F6B-F8AB44E3BF10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574" v="177" actId="1076"/>
          <ac:spMkLst>
            <pc:docMk/>
            <pc:sldMk cId="3365489444" sldId="1393"/>
            <ac:spMk id="9" creationId="{4BADD004-D24E-0D7A-FDB0-38A00A76BC0B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621" v="178" actId="1076"/>
          <ac:spMkLst>
            <pc:docMk/>
            <pc:sldMk cId="3365489444" sldId="1393"/>
            <ac:spMk id="10" creationId="{3178B80C-9612-DD56-F345-AD175EBB4E6B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652" v="179" actId="1076"/>
          <ac:spMkLst>
            <pc:docMk/>
            <pc:sldMk cId="3365489444" sldId="1393"/>
            <ac:spMk id="11" creationId="{9679FAE6-2D2B-82B5-15C6-66C08317B337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699" v="180" actId="1076"/>
          <ac:spMkLst>
            <pc:docMk/>
            <pc:sldMk cId="3365489444" sldId="1393"/>
            <ac:spMk id="12" creationId="{2FC174CA-C71B-1AED-D825-D81D1E9D3E03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6"/>
          <ac:spMkLst>
            <pc:docMk/>
            <pc:sldMk cId="3365489444" sldId="1393"/>
            <ac:spMk id="13" creationId="{DD933B5B-4926-429B-1B0F-0C97EBF36C96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5"/>
          <ac:spMkLst>
            <pc:docMk/>
            <pc:sldMk cId="3365489444" sldId="1393"/>
            <ac:spMk id="14" creationId="{1E1300A9-1E25-2357-E2B7-FC4C4494B61B}"/>
          </ac:spMkLst>
        </pc:spChg>
        <pc:spChg chg="add mod">
          <ac:chgData name="Rohini Pawar     /TECH_INT/IBANK/MUM" userId="S::90106322@icicibank.com::96425cf0-60c7-4a0e-ab20-00f8ab8d80d7" providerId="AD" clId="Web-{6C2BD7E5-D711-DD3B-053D-E6D0E642D0EA}" dt="2026-03-16T10:13:29.074" v="189" actId="1076"/>
          <ac:spMkLst>
            <pc:docMk/>
            <pc:sldMk cId="3365489444" sldId="1393"/>
            <ac:spMk id="15" creationId="{75DEDA93-E55D-6178-C986-99B26E670D26}"/>
          </ac:spMkLst>
        </pc:spChg>
        <pc:spChg chg="add mod">
          <ac:chgData name="Rohini Pawar     /TECH_INT/IBANK/MUM" userId="S::90106322@icicibank.com::96425cf0-60c7-4a0e-ab20-00f8ab8d80d7" providerId="AD" clId="Web-{6C2BD7E5-D711-DD3B-053D-E6D0E642D0EA}" dt="2026-03-16T10:12:50.934" v="155" actId="1076"/>
          <ac:spMkLst>
            <pc:docMk/>
            <pc:sldMk cId="3365489444" sldId="1393"/>
            <ac:spMk id="16" creationId="{8B06BDD7-8E37-D0D3-129A-1FC1001BF971}"/>
          </ac:spMkLst>
        </pc:spChg>
        <pc:spChg chg="add mod">
          <ac:chgData name="Rohini Pawar     /TECH_INT/IBANK/MUM" userId="S::90106322@icicibank.com::96425cf0-60c7-4a0e-ab20-00f8ab8d80d7" providerId="AD" clId="Web-{6C2BD7E5-D711-DD3B-053D-E6D0E642D0EA}" dt="2026-03-16T10:12:56.527" v="156" actId="1076"/>
          <ac:spMkLst>
            <pc:docMk/>
            <pc:sldMk cId="3365489444" sldId="1393"/>
            <ac:spMk id="17" creationId="{9E05FDF6-B91A-3B0A-7A2B-51166411B213}"/>
          </ac:spMkLst>
        </pc:spChg>
        <pc:spChg chg="add del mod">
          <ac:chgData name="Rohini Pawar     /TECH_INT/IBANK/MUM" userId="S::90106322@icicibank.com::96425cf0-60c7-4a0e-ab20-00f8ab8d80d7" providerId="AD" clId="Web-{6C2BD7E5-D711-DD3B-053D-E6D0E642D0EA}" dt="2026-03-16T10:18:09.885" v="261"/>
          <ac:spMkLst>
            <pc:docMk/>
            <pc:sldMk cId="3365489444" sldId="1393"/>
            <ac:spMk id="18" creationId="{AB450344-8C2F-FE1E-BEB6-F8466012E712}"/>
          </ac:spMkLst>
        </pc:spChg>
        <pc:spChg chg="add del mod">
          <ac:chgData name="Rohini Pawar     /TECH_INT/IBANK/MUM" userId="S::90106322@icicibank.com::96425cf0-60c7-4a0e-ab20-00f8ab8d80d7" providerId="AD" clId="Web-{6C2BD7E5-D711-DD3B-053D-E6D0E642D0EA}" dt="2026-03-16T10:18:09.885" v="260"/>
          <ac:spMkLst>
            <pc:docMk/>
            <pc:sldMk cId="3365489444" sldId="1393"/>
            <ac:spMk id="19" creationId="{1AA100DE-B737-D187-9F73-83C1372FD4FA}"/>
          </ac:spMkLst>
        </pc:spChg>
        <pc:spChg chg="add del mod">
          <ac:chgData name="Rohini Pawar     /TECH_INT/IBANK/MUM" userId="S::90106322@icicibank.com::96425cf0-60c7-4a0e-ab20-00f8ab8d80d7" providerId="AD" clId="Web-{6C2BD7E5-D711-DD3B-053D-E6D0E642D0EA}" dt="2026-03-16T10:18:09.885" v="259"/>
          <ac:spMkLst>
            <pc:docMk/>
            <pc:sldMk cId="3365489444" sldId="1393"/>
            <ac:spMk id="20" creationId="{A2A1C9C8-E9ED-CAC6-5D84-7D4BF2C03A02}"/>
          </ac:spMkLst>
        </pc:spChg>
        <pc:spChg chg="add del mod">
          <ac:chgData name="Rohini Pawar     /TECH_INT/IBANK/MUM" userId="S::90106322@icicibank.com::96425cf0-60c7-4a0e-ab20-00f8ab8d80d7" providerId="AD" clId="Web-{6C2BD7E5-D711-DD3B-053D-E6D0E642D0EA}" dt="2026-03-16T10:18:09.885" v="258"/>
          <ac:spMkLst>
            <pc:docMk/>
            <pc:sldMk cId="3365489444" sldId="1393"/>
            <ac:spMk id="21" creationId="{2B4072C4-C593-3796-108C-5BEAFDEB4AF7}"/>
          </ac:spMkLst>
        </pc:spChg>
        <pc:spChg chg="add del mod">
          <ac:chgData name="Rohini Pawar     /TECH_INT/IBANK/MUM" userId="S::90106322@icicibank.com::96425cf0-60c7-4a0e-ab20-00f8ab8d80d7" providerId="AD" clId="Web-{6C2BD7E5-D711-DD3B-053D-E6D0E642D0EA}" dt="2026-03-16T10:18:09.885" v="257"/>
          <ac:spMkLst>
            <pc:docMk/>
            <pc:sldMk cId="3365489444" sldId="1393"/>
            <ac:spMk id="22" creationId="{48DB862F-B6E1-BF1E-3F3D-7BA7DCED8B0D}"/>
          </ac:spMkLst>
        </pc:spChg>
        <pc:spChg chg="add del mod">
          <ac:chgData name="Rohini Pawar     /TECH_INT/IBANK/MUM" userId="S::90106322@icicibank.com::96425cf0-60c7-4a0e-ab20-00f8ab8d80d7" providerId="AD" clId="Web-{6C2BD7E5-D711-DD3B-053D-E6D0E642D0EA}" dt="2026-03-16T10:18:09.885" v="256"/>
          <ac:spMkLst>
            <pc:docMk/>
            <pc:sldMk cId="3365489444" sldId="1393"/>
            <ac:spMk id="23" creationId="{EB7CA961-345D-1912-FB22-9DBB0438C2D3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730" v="181" actId="1076"/>
          <ac:spMkLst>
            <pc:docMk/>
            <pc:sldMk cId="3365489444" sldId="1393"/>
            <ac:spMk id="43" creationId="{3AF1303D-62BB-9B94-94AC-5309AC15703D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777" v="182" actId="1076"/>
          <ac:spMkLst>
            <pc:docMk/>
            <pc:sldMk cId="3365489444" sldId="1393"/>
            <ac:spMk id="44" creationId="{67F862FD-69D0-258D-9071-84F764E468F1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808" v="183" actId="1076"/>
          <ac:spMkLst>
            <pc:docMk/>
            <pc:sldMk cId="3365489444" sldId="1393"/>
            <ac:spMk id="45" creationId="{68F9D16B-DD7E-C698-A569-B9517009F845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855" v="184" actId="1076"/>
          <ac:spMkLst>
            <pc:docMk/>
            <pc:sldMk cId="3365489444" sldId="1393"/>
            <ac:spMk id="46" creationId="{CECB42F0-93DE-711E-8BA4-82ACF25371F6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902" v="185" actId="1076"/>
          <ac:spMkLst>
            <pc:docMk/>
            <pc:sldMk cId="3365489444" sldId="1393"/>
            <ac:spMk id="47" creationId="{CECEA688-BACF-EC28-9C19-0526CF96A730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949" v="186" actId="1076"/>
          <ac:spMkLst>
            <pc:docMk/>
            <pc:sldMk cId="3365489444" sldId="1393"/>
            <ac:spMk id="48" creationId="{A586EBAB-6DC3-8FFB-E662-FF3612ADC2B4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996" v="187" actId="1076"/>
          <ac:spMkLst>
            <pc:docMk/>
            <pc:sldMk cId="3365489444" sldId="1393"/>
            <ac:spMk id="49" creationId="{E2CCAB1F-8F83-D0E6-D7FD-624ED36D1180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13:13.684" v="158"/>
          <ac:spMkLst>
            <pc:docMk/>
            <pc:sldMk cId="3365489444" sldId="1393"/>
            <ac:spMk id="50" creationId="{AB450344-8C2F-FE1E-BEB6-F8466012E712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13:13.684" v="157"/>
          <ac:spMkLst>
            <pc:docMk/>
            <pc:sldMk cId="3365489444" sldId="1393"/>
            <ac:spMk id="51" creationId="{1AA100DE-B737-D187-9F73-83C1372FD4FA}"/>
          </ac:spMkLst>
        </pc:spChg>
        <pc:spChg chg="del mod">
          <ac:chgData name="Rohini Pawar     /TECH_INT/IBANK/MUM" userId="S::90106322@icicibank.com::96425cf0-60c7-4a0e-ab20-00f8ab8d80d7" providerId="AD" clId="Web-{6C2BD7E5-D711-DD3B-053D-E6D0E642D0EA}" dt="2026-03-16T10:17:58.244" v="255"/>
          <ac:spMkLst>
            <pc:docMk/>
            <pc:sldMk cId="3365489444" sldId="1393"/>
            <ac:spMk id="52" creationId="{1746D6C3-72A1-3D4F-CCB2-72EBF6801E5C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4"/>
          <ac:spMkLst>
            <pc:docMk/>
            <pc:sldMk cId="3365489444" sldId="1393"/>
            <ac:spMk id="53" creationId="{307E8054-6429-1240-B3C0-43A78AC09006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3"/>
          <ac:spMkLst>
            <pc:docMk/>
            <pc:sldMk cId="3365489444" sldId="1393"/>
            <ac:spMk id="54" creationId="{D29EAC0F-CE74-ABF4-2AA6-6F2D3E600D0F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2"/>
          <ac:spMkLst>
            <pc:docMk/>
            <pc:sldMk cId="3365489444" sldId="1393"/>
            <ac:spMk id="55" creationId="{94EBB9F0-AF8B-68CD-09B3-90EDFFA1DEE7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1"/>
          <ac:spMkLst>
            <pc:docMk/>
            <pc:sldMk cId="3365489444" sldId="1393"/>
            <ac:spMk id="59" creationId="{FD3C7B5D-F314-02CC-F6C2-84CF6AF06DCD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30"/>
          <ac:spMkLst>
            <pc:docMk/>
            <pc:sldMk cId="3365489444" sldId="1393"/>
            <ac:spMk id="61" creationId="{7EC3DD04-2026-AE68-D997-F2526FF592EB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9"/>
          <ac:spMkLst>
            <pc:docMk/>
            <pc:sldMk cId="3365489444" sldId="1393"/>
            <ac:spMk id="62" creationId="{7E280FE2-E356-A206-4134-FC9E60E707B8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8"/>
          <ac:spMkLst>
            <pc:docMk/>
            <pc:sldMk cId="3365489444" sldId="1393"/>
            <ac:spMk id="63" creationId="{F1A938D4-46AB-AD5B-8F2E-2CEED992E97B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7"/>
          <ac:spMkLst>
            <pc:docMk/>
            <pc:sldMk cId="3365489444" sldId="1393"/>
            <ac:spMk id="192" creationId="{5DF1E2DB-3646-7EA7-9353-8116B07456A5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6"/>
          <ac:spMkLst>
            <pc:docMk/>
            <pc:sldMk cId="3365489444" sldId="1393"/>
            <ac:spMk id="193" creationId="{8DC463D2-16A2-FD71-E9F6-08B46720C5C7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5"/>
          <ac:spMkLst>
            <pc:docMk/>
            <pc:sldMk cId="3365489444" sldId="1393"/>
            <ac:spMk id="194" creationId="{243DA2E1-61A0-5976-F79E-F02CAC1C9C41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4"/>
          <ac:spMkLst>
            <pc:docMk/>
            <pc:sldMk cId="3365489444" sldId="1393"/>
            <ac:spMk id="195" creationId="{2C7354BC-F546-8038-0C9D-9C2B890F709D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3"/>
          <ac:spMkLst>
            <pc:docMk/>
            <pc:sldMk cId="3365489444" sldId="1393"/>
            <ac:spMk id="196" creationId="{FDC4F5C6-5A64-D4B6-DD1C-CCC2485C486F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2"/>
          <ac:spMkLst>
            <pc:docMk/>
            <pc:sldMk cId="3365489444" sldId="1393"/>
            <ac:spMk id="197" creationId="{256C50DC-5B10-9344-55EC-44BA857F7A1F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1"/>
          <ac:spMkLst>
            <pc:docMk/>
            <pc:sldMk cId="3365489444" sldId="1393"/>
            <ac:spMk id="199" creationId="{964502C6-3AE9-13B5-D14B-F48FBEEB7685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20"/>
          <ac:spMkLst>
            <pc:docMk/>
            <pc:sldMk cId="3365489444" sldId="1393"/>
            <ac:spMk id="201" creationId="{8721027F-6BBA-9E02-8F42-FC3B35FACA41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9"/>
          <ac:spMkLst>
            <pc:docMk/>
            <pc:sldMk cId="3365489444" sldId="1393"/>
            <ac:spMk id="202" creationId="{DA22D722-1D53-EB93-7DAA-B80AD32D26B3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8"/>
          <ac:spMkLst>
            <pc:docMk/>
            <pc:sldMk cId="3365489444" sldId="1393"/>
            <ac:spMk id="203" creationId="{374CADAE-8F50-C166-07A3-40087F859AA6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7"/>
          <ac:spMkLst>
            <pc:docMk/>
            <pc:sldMk cId="3365489444" sldId="1393"/>
            <ac:spMk id="204" creationId="{1F481231-029A-9BE9-CCD6-46D828250F13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6"/>
          <ac:spMkLst>
            <pc:docMk/>
            <pc:sldMk cId="3365489444" sldId="1393"/>
            <ac:spMk id="205" creationId="{7B167289-A869-2C8F-2A2D-939E60CDA7C8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5"/>
          <ac:spMkLst>
            <pc:docMk/>
            <pc:sldMk cId="3365489444" sldId="1393"/>
            <ac:spMk id="206" creationId="{2A5AF7BD-B5CD-FA00-E111-1BF2AC08C3B9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4"/>
          <ac:spMkLst>
            <pc:docMk/>
            <pc:sldMk cId="3365489444" sldId="1393"/>
            <ac:spMk id="207" creationId="{2AF36059-3145-9787-1EBF-9F98521082B5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3"/>
          <ac:spMkLst>
            <pc:docMk/>
            <pc:sldMk cId="3365489444" sldId="1393"/>
            <ac:spMk id="208" creationId="{C07042D7-D89E-6641-0B1A-F35AF326C200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2"/>
          <ac:spMkLst>
            <pc:docMk/>
            <pc:sldMk cId="3365489444" sldId="1393"/>
            <ac:spMk id="209" creationId="{53BC2D79-2FB8-013C-D50A-03DAA10C2E6F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1"/>
          <ac:spMkLst>
            <pc:docMk/>
            <pc:sldMk cId="3365489444" sldId="1393"/>
            <ac:spMk id="210" creationId="{065E2532-4A34-BC5D-A7E1-65B69E1B629A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5:48.933" v="226" actId="1076"/>
          <ac:spMkLst>
            <pc:docMk/>
            <pc:sldMk cId="3365489444" sldId="1393"/>
            <ac:spMk id="212" creationId="{0F09EDEB-22AA-EC78-7D50-ACFC4431BC31}"/>
          </ac:spMkLst>
        </pc:spChg>
        <pc:spChg chg="del mod">
          <ac:chgData name="Rohini Pawar     /TECH_INT/IBANK/MUM" userId="S::90106322@icicibank.com::96425cf0-60c7-4a0e-ab20-00f8ab8d80d7" providerId="AD" clId="Web-{6C2BD7E5-D711-DD3B-053D-E6D0E642D0EA}" dt="2026-03-16T10:15:58.245" v="228"/>
          <ac:spMkLst>
            <pc:docMk/>
            <pc:sldMk cId="3365489444" sldId="1393"/>
            <ac:spMk id="214" creationId="{EE33AF0B-D97B-21F7-723B-B02AD2F42C7B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15:58.245" v="227"/>
          <ac:spMkLst>
            <pc:docMk/>
            <pc:sldMk cId="3365489444" sldId="1393"/>
            <ac:spMk id="215" creationId="{ECDAEA58-B8ED-BD22-A933-ED4442CD8CB3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7.871" v="159" actId="1076"/>
          <ac:spMkLst>
            <pc:docMk/>
            <pc:sldMk cId="3365489444" sldId="1393"/>
            <ac:spMk id="216" creationId="{4ADED003-356F-1BA0-38CE-816F5F1D8FA4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5:11.808" v="214" actId="20577"/>
          <ac:spMkLst>
            <pc:docMk/>
            <pc:sldMk cId="3365489444" sldId="1393"/>
            <ac:spMk id="217" creationId="{5250183C-69E7-9CDA-00F0-C828873C39CF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7.902" v="160" actId="1076"/>
          <ac:spMkLst>
            <pc:docMk/>
            <pc:sldMk cId="3365489444" sldId="1393"/>
            <ac:spMk id="218" creationId="{B7C814BE-F457-3BE6-206F-0619E00D8FE0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7.996" v="162" actId="1076"/>
          <ac:spMkLst>
            <pc:docMk/>
            <pc:sldMk cId="3365489444" sldId="1393"/>
            <ac:spMk id="219" creationId="{D755ABAC-7E88-8163-B41F-A7BABEFC93C4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5:00.495" v="212" actId="20577"/>
          <ac:spMkLst>
            <pc:docMk/>
            <pc:sldMk cId="3365489444" sldId="1393"/>
            <ac:spMk id="220" creationId="{CAF45DD5-0B4A-EE15-3D00-DAC812827146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10"/>
          <ac:spMkLst>
            <pc:docMk/>
            <pc:sldMk cId="3365489444" sldId="1393"/>
            <ac:spMk id="221" creationId="{A7A633E4-2ADB-257F-10D6-285AA9CEF081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027" v="163" actId="1076"/>
          <ac:spMkLst>
            <pc:docMk/>
            <pc:sldMk cId="3365489444" sldId="1393"/>
            <ac:spMk id="222" creationId="{5D00AB34-17E5-9A5A-ED7A-B278C341B49D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152" v="166" actId="1076"/>
          <ac:spMkLst>
            <pc:docMk/>
            <pc:sldMk cId="3365489444" sldId="1393"/>
            <ac:spMk id="223" creationId="{2AD726A8-6D1F-337A-BFFF-661CEACDDD18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9:21.918" v="109"/>
          <ac:spMkLst>
            <pc:docMk/>
            <pc:sldMk cId="3365489444" sldId="1393"/>
            <ac:spMk id="224" creationId="{49FFF52E-979F-561D-0148-BD763F4E8518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105" v="165" actId="1076"/>
          <ac:spMkLst>
            <pc:docMk/>
            <pc:sldMk cId="3365489444" sldId="1393"/>
            <ac:spMk id="225" creationId="{68EB16F3-EAFE-0823-68E8-1BA701292064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183" v="167" actId="1076"/>
          <ac:spMkLst>
            <pc:docMk/>
            <pc:sldMk cId="3365489444" sldId="1393"/>
            <ac:spMk id="226" creationId="{7189B819-6017-74B3-256F-0F479C60C92B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09:10.949" v="108" actId="20577"/>
          <ac:spMkLst>
            <pc:docMk/>
            <pc:sldMk cId="3365489444" sldId="1393"/>
            <ac:spMk id="238" creationId="{54C8A15B-FB56-8015-7E96-22A69B8FAD50}"/>
          </ac:spMkLst>
        </pc:spChg>
        <pc:spChg chg="del">
          <ac:chgData name="Rohini Pawar     /TECH_INT/IBANK/MUM" userId="S::90106322@icicibank.com::96425cf0-60c7-4a0e-ab20-00f8ab8d80d7" providerId="AD" clId="Web-{6C2BD7E5-D711-DD3B-053D-E6D0E642D0EA}" dt="2026-03-16T10:08:46.168" v="88"/>
          <ac:spMkLst>
            <pc:docMk/>
            <pc:sldMk cId="3365489444" sldId="1393"/>
            <ac:spMk id="268" creationId="{BF061E05-711E-292B-2BA9-ADCA5BB70491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230" v="168" actId="1076"/>
          <ac:spMkLst>
            <pc:docMk/>
            <pc:sldMk cId="3365489444" sldId="1393"/>
            <ac:spMk id="270" creationId="{125AC6C3-3A59-B2E7-B7D7-A4E6AF866D7D}"/>
          </ac:spMkLst>
        </pc:spChg>
        <pc:spChg chg="mod">
          <ac:chgData name="Rohini Pawar     /TECH_INT/IBANK/MUM" userId="S::90106322@icicibank.com::96425cf0-60c7-4a0e-ab20-00f8ab8d80d7" providerId="AD" clId="Web-{6C2BD7E5-D711-DD3B-053D-E6D0E642D0EA}" dt="2026-03-16T10:13:28.261" v="169" actId="1076"/>
          <ac:spMkLst>
            <pc:docMk/>
            <pc:sldMk cId="3365489444" sldId="1393"/>
            <ac:spMk id="271" creationId="{08D11C52-1B44-BEA1-C08F-36F3C6A773CC}"/>
          </ac:spMkLst>
        </pc:spChg>
      </pc:sldChg>
    </pc:docChg>
  </pc:docChgLst>
  <pc:docChgLst>
    <pc:chgData name="Mitali Shanker     /TECH_INT/IBANK/MUM" userId="S::884774@icicibank.com::70aea789-2d41-412a-a99f-98824acc131b" providerId="AD" clId="Web-{8349FC77-7B8A-B1E6-5BFE-4B0280E8E30B}"/>
    <pc:docChg chg="modSld">
      <pc:chgData name="Mitali Shanker     /TECH_INT/IBANK/MUM" userId="S::884774@icicibank.com::70aea789-2d41-412a-a99f-98824acc131b" providerId="AD" clId="Web-{8349FC77-7B8A-B1E6-5BFE-4B0280E8E30B}" dt="2026-03-16T06:52:39.209" v="11"/>
      <pc:docMkLst>
        <pc:docMk/>
      </pc:docMkLst>
      <pc:sldChg chg="addSp delSp modSp">
        <pc:chgData name="Mitali Shanker     /TECH_INT/IBANK/MUM" userId="S::884774@icicibank.com::70aea789-2d41-412a-a99f-98824acc131b" providerId="AD" clId="Web-{8349FC77-7B8A-B1E6-5BFE-4B0280E8E30B}" dt="2026-03-16T06:52:13.209" v="7" actId="1076"/>
        <pc:sldMkLst>
          <pc:docMk/>
          <pc:sldMk cId="161912213" sldId="1389"/>
        </pc:sldMkLst>
        <pc:spChg chg="mod">
          <ac:chgData name="Mitali Shanker     /TECH_INT/IBANK/MUM" userId="S::884774@icicibank.com::70aea789-2d41-412a-a99f-98824acc131b" providerId="AD" clId="Web-{8349FC77-7B8A-B1E6-5BFE-4B0280E8E30B}" dt="2026-03-16T06:51:34.443" v="2" actId="20577"/>
          <ac:spMkLst>
            <pc:docMk/>
            <pc:sldMk cId="161912213" sldId="1389"/>
            <ac:spMk id="28" creationId="{43536EDD-835B-6998-8AE2-E65D3D2B09D5}"/>
          </ac:spMkLst>
        </pc:spChg>
        <pc:spChg chg="add del mod">
          <ac:chgData name="Mitali Shanker     /TECH_INT/IBANK/MUM" userId="S::884774@icicibank.com::70aea789-2d41-412a-a99f-98824acc131b" providerId="AD" clId="Web-{8349FC77-7B8A-B1E6-5BFE-4B0280E8E30B}" dt="2026-03-16T06:52:13.209" v="7" actId="1076"/>
          <ac:spMkLst>
            <pc:docMk/>
            <pc:sldMk cId="161912213" sldId="1389"/>
            <ac:spMk id="30" creationId="{A6800AC6-7940-0983-524E-A1345DD64B52}"/>
          </ac:spMkLst>
        </pc:spChg>
      </pc:sldChg>
      <pc:sldChg chg="modSp">
        <pc:chgData name="Mitali Shanker     /TECH_INT/IBANK/MUM" userId="S::884774@icicibank.com::70aea789-2d41-412a-a99f-98824acc131b" providerId="AD" clId="Web-{8349FC77-7B8A-B1E6-5BFE-4B0280E8E30B}" dt="2026-03-16T06:52:39.209" v="11"/>
        <pc:sldMkLst>
          <pc:docMk/>
          <pc:sldMk cId="2015398889" sldId="1390"/>
        </pc:sldMkLst>
        <pc:graphicFrameChg chg="mod modGraphic">
          <ac:chgData name="Mitali Shanker     /TECH_INT/IBANK/MUM" userId="S::884774@icicibank.com::70aea789-2d41-412a-a99f-98824acc131b" providerId="AD" clId="Web-{8349FC77-7B8A-B1E6-5BFE-4B0280E8E30B}" dt="2026-03-16T06:52:39.209" v="11"/>
          <ac:graphicFrameMkLst>
            <pc:docMk/>
            <pc:sldMk cId="2015398889" sldId="1390"/>
            <ac:graphicFrameMk id="2" creationId="{4E3A74F5-78DF-23A2-888C-A2FF39667117}"/>
          </ac:graphicFrameMkLst>
        </pc:graphicFrameChg>
      </pc:sldChg>
    </pc:docChg>
  </pc:docChgLst>
  <pc:docChgLst>
    <pc:chgData name="Rohini Pawar     /TECH_INT/IBANK/MUM" userId="S::90106322@icicibank.com::96425cf0-60c7-4a0e-ab20-00f8ab8d80d7" providerId="AD" clId="Web-{1B152131-395F-9EC8-C9C4-273878A905CF}"/>
    <pc:docChg chg="addSld modSld sldOrd modSection">
      <pc:chgData name="Rohini Pawar     /TECH_INT/IBANK/MUM" userId="S::90106322@icicibank.com::96425cf0-60c7-4a0e-ab20-00f8ab8d80d7" providerId="AD" clId="Web-{1B152131-395F-9EC8-C9C4-273878A905CF}" dt="2026-03-13T12:30:36.070" v="1480"/>
      <pc:docMkLst>
        <pc:docMk/>
      </pc:docMkLst>
      <pc:sldChg chg="modSp">
        <pc:chgData name="Rohini Pawar     /TECH_INT/IBANK/MUM" userId="S::90106322@icicibank.com::96425cf0-60c7-4a0e-ab20-00f8ab8d80d7" providerId="AD" clId="Web-{1B152131-395F-9EC8-C9C4-273878A905CF}" dt="2026-03-13T12:30:36.070" v="1480"/>
        <pc:sldMkLst>
          <pc:docMk/>
          <pc:sldMk cId="2015398889" sldId="1390"/>
        </pc:sldMkLst>
        <pc:graphicFrameChg chg="mod modGraphic">
          <ac:chgData name="Rohini Pawar     /TECH_INT/IBANK/MUM" userId="S::90106322@icicibank.com::96425cf0-60c7-4a0e-ab20-00f8ab8d80d7" providerId="AD" clId="Web-{1B152131-395F-9EC8-C9C4-273878A905CF}" dt="2026-03-13T12:30:36.070" v="1480"/>
          <ac:graphicFrameMkLst>
            <pc:docMk/>
            <pc:sldMk cId="2015398889" sldId="1390"/>
            <ac:graphicFrameMk id="20" creationId="{4DE34861-284D-CB7C-0907-08D813341F89}"/>
          </ac:graphicFrameMkLst>
        </pc:graphicFrameChg>
      </pc:sldChg>
      <pc:sldChg chg="addSp delSp modSp add ord replId">
        <pc:chgData name="Rohini Pawar     /TECH_INT/IBANK/MUM" userId="S::90106322@icicibank.com::96425cf0-60c7-4a0e-ab20-00f8ab8d80d7" providerId="AD" clId="Web-{1B152131-395F-9EC8-C9C4-273878A905CF}" dt="2026-03-13T12:28:16.505" v="1359" actId="1076"/>
        <pc:sldMkLst>
          <pc:docMk/>
          <pc:sldMk cId="1887327170" sldId="1391"/>
        </pc:sldMkLst>
        <pc:spChg chg="add mod">
          <ac:chgData name="Rohini Pawar     /TECH_INT/IBANK/MUM" userId="S::90106322@icicibank.com::96425cf0-60c7-4a0e-ab20-00f8ab8d80d7" providerId="AD" clId="Web-{1B152131-395F-9EC8-C9C4-273878A905CF}" dt="2026-03-13T11:58:10.030" v="774" actId="1076"/>
          <ac:spMkLst>
            <pc:docMk/>
            <pc:sldMk cId="1887327170" sldId="1391"/>
            <ac:spMk id="2" creationId="{D876289E-5611-E8D4-57A4-4202BE6E1FD1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092" v="775" actId="1076"/>
          <ac:spMkLst>
            <pc:docMk/>
            <pc:sldMk cId="1887327170" sldId="1391"/>
            <ac:spMk id="3" creationId="{FC207675-36B6-45E1-033B-9D21E0253C9E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139" v="776" actId="1076"/>
          <ac:spMkLst>
            <pc:docMk/>
            <pc:sldMk cId="1887327170" sldId="1391"/>
            <ac:spMk id="4" creationId="{DB215C88-D36E-F4DD-2CB9-82E0BB3D99EE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202" v="777" actId="1076"/>
          <ac:spMkLst>
            <pc:docMk/>
            <pc:sldMk cId="1887327170" sldId="1391"/>
            <ac:spMk id="5" creationId="{EE2C7FDB-EDFF-4F72-2909-4C1D23F7FCAC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249" v="778" actId="1076"/>
          <ac:spMkLst>
            <pc:docMk/>
            <pc:sldMk cId="1887327170" sldId="1391"/>
            <ac:spMk id="6" creationId="{1D9167BA-83F3-4E0D-CDBB-4E1E077403B4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311" v="779" actId="1076"/>
          <ac:spMkLst>
            <pc:docMk/>
            <pc:sldMk cId="1887327170" sldId="1391"/>
            <ac:spMk id="7" creationId="{FFA72604-53DF-D7FD-DEBC-26262E72520D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374" v="780" actId="1076"/>
          <ac:spMkLst>
            <pc:docMk/>
            <pc:sldMk cId="1887327170" sldId="1391"/>
            <ac:spMk id="8" creationId="{1A18DA02-B4CB-0CCA-8604-3354D6BA972A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421" v="781" actId="1076"/>
          <ac:spMkLst>
            <pc:docMk/>
            <pc:sldMk cId="1887327170" sldId="1391"/>
            <ac:spMk id="9" creationId="{50AA7F7F-DF80-AEE3-A057-3984D539E595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483" v="782" actId="1076"/>
          <ac:spMkLst>
            <pc:docMk/>
            <pc:sldMk cId="1887327170" sldId="1391"/>
            <ac:spMk id="10" creationId="{907D520A-4AF9-E4F1-36FE-C5AA559F8565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546" v="783" actId="1076"/>
          <ac:spMkLst>
            <pc:docMk/>
            <pc:sldMk cId="1887327170" sldId="1391"/>
            <ac:spMk id="11" creationId="{7BB0DFBA-023E-830A-5037-E90803E9E718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592" v="784" actId="1076"/>
          <ac:spMkLst>
            <pc:docMk/>
            <pc:sldMk cId="1887327170" sldId="1391"/>
            <ac:spMk id="12" creationId="{5679F1B0-113B-C1E3-B8A0-02C7A9620DB2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19:45.880" v="1347" actId="1076"/>
          <ac:spMkLst>
            <pc:docMk/>
            <pc:sldMk cId="1887327170" sldId="1391"/>
            <ac:spMk id="13" creationId="{45DDC024-561F-21C1-7768-83D8B82AB1A8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19:45.974" v="1348" actId="1076"/>
          <ac:spMkLst>
            <pc:docMk/>
            <pc:sldMk cId="1887327170" sldId="1391"/>
            <ac:spMk id="14" creationId="{DFC05D46-41A9-E291-9335-E42F83C6E63A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09:10.202" v="1055" actId="14100"/>
          <ac:spMkLst>
            <pc:docMk/>
            <pc:sldMk cId="1887327170" sldId="1391"/>
            <ac:spMk id="38" creationId="{38DC437B-C1FC-8E0B-CAD4-E946753E103E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09:10.280" v="1056" actId="14100"/>
          <ac:spMkLst>
            <pc:docMk/>
            <pc:sldMk cId="1887327170" sldId="1391"/>
            <ac:spMk id="40" creationId="{233732D0-D463-78C2-9BD5-B80D83853C58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09:10.374" v="1057" actId="14100"/>
          <ac:spMkLst>
            <pc:docMk/>
            <pc:sldMk cId="1887327170" sldId="1391"/>
            <ac:spMk id="42" creationId="{F4D8BEB1-1606-F0F9-A341-8B3F0DF3401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639" v="785" actId="1076"/>
          <ac:spMkLst>
            <pc:docMk/>
            <pc:sldMk cId="1887327170" sldId="1391"/>
            <ac:spMk id="43" creationId="{57B0923C-ECDA-EE6B-92D3-5D53FDD15ACF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702" v="786" actId="1076"/>
          <ac:spMkLst>
            <pc:docMk/>
            <pc:sldMk cId="1887327170" sldId="1391"/>
            <ac:spMk id="44" creationId="{038B5A95-B7DE-CD26-69C8-3AB7076B3C73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764" v="787" actId="1076"/>
          <ac:spMkLst>
            <pc:docMk/>
            <pc:sldMk cId="1887327170" sldId="1391"/>
            <ac:spMk id="45" creationId="{41ADA11B-341F-6F8E-5AF8-73ADC7F62152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811" v="788" actId="1076"/>
          <ac:spMkLst>
            <pc:docMk/>
            <pc:sldMk cId="1887327170" sldId="1391"/>
            <ac:spMk id="46" creationId="{A2D4AE33-B3EE-A53E-EDE6-FCFA4DE7BAAF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858" v="789" actId="1076"/>
          <ac:spMkLst>
            <pc:docMk/>
            <pc:sldMk cId="1887327170" sldId="1391"/>
            <ac:spMk id="47" creationId="{80FE9EB0-60FB-D877-C762-D5AA4AE13875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921" v="790" actId="1076"/>
          <ac:spMkLst>
            <pc:docMk/>
            <pc:sldMk cId="1887327170" sldId="1391"/>
            <ac:spMk id="48" creationId="{22E764E5-F6AB-4110-DBB4-0249A3001CFD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0.983" v="791" actId="1076"/>
          <ac:spMkLst>
            <pc:docMk/>
            <pc:sldMk cId="1887327170" sldId="1391"/>
            <ac:spMk id="49" creationId="{506B7DDB-C8C6-AED6-55F4-186ED9C1E288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1.030" v="792" actId="1076"/>
          <ac:spMkLst>
            <pc:docMk/>
            <pc:sldMk cId="1887327170" sldId="1391"/>
            <ac:spMk id="50" creationId="{4FBDE8B6-7424-5F53-B3DC-C33330D237A0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1.092" v="793" actId="1076"/>
          <ac:spMkLst>
            <pc:docMk/>
            <pc:sldMk cId="1887327170" sldId="1391"/>
            <ac:spMk id="51" creationId="{2FE1BE8A-0C92-70FF-0C61-08F5EE894BF0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11.139" v="794" actId="1076"/>
          <ac:spMkLst>
            <pc:docMk/>
            <pc:sldMk cId="1887327170" sldId="1391"/>
            <ac:spMk id="52" creationId="{801E5530-217A-2A93-3E34-64A40345BE09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8.296" v="863" actId="1076"/>
          <ac:spMkLst>
            <pc:docMk/>
            <pc:sldMk cId="1887327170" sldId="1391"/>
            <ac:spMk id="53" creationId="{E962EBFC-2620-431A-AE26-E44026FF712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9:01.358" v="899" actId="20577"/>
          <ac:spMkLst>
            <pc:docMk/>
            <pc:sldMk cId="1887327170" sldId="1391"/>
            <ac:spMk id="54" creationId="{D5E571C5-0F20-AF28-DBB0-B9B45EF1890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27:26.380" v="1353" actId="1076"/>
          <ac:spMkLst>
            <pc:docMk/>
            <pc:sldMk cId="1887327170" sldId="1391"/>
            <ac:spMk id="55" creationId="{504B6D0E-F274-E9C1-210F-E8D2AA3E6002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9:46.484" v="912" actId="1076"/>
          <ac:spMkLst>
            <pc:docMk/>
            <pc:sldMk cId="1887327170" sldId="1391"/>
            <ac:spMk id="59" creationId="{FC29EE58-191B-B722-2B33-13C199B152CE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27:42.286" v="1358" actId="1076"/>
          <ac:spMkLst>
            <pc:docMk/>
            <pc:sldMk cId="1887327170" sldId="1391"/>
            <ac:spMk id="61" creationId="{27B5017B-CE44-C622-9177-77B7F37125D4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28:16.505" v="1359" actId="1076"/>
          <ac:spMkLst>
            <pc:docMk/>
            <pc:sldMk cId="1887327170" sldId="1391"/>
            <ac:spMk id="62" creationId="{FC2C6AFF-694A-B724-00B8-5411F8FC04F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9:23.468" v="907" actId="20577"/>
          <ac:spMkLst>
            <pc:docMk/>
            <pc:sldMk cId="1887327170" sldId="1391"/>
            <ac:spMk id="63" creationId="{D0E618B2-E7B3-AA1B-62D8-6156094C8613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296" v="874" actId="1076"/>
          <ac:spMkLst>
            <pc:docMk/>
            <pc:sldMk cId="1887327170" sldId="1391"/>
            <ac:spMk id="192" creationId="{E6D9821C-F648-08B6-C29B-FB16B9D05C8C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374" v="875" actId="1076"/>
          <ac:spMkLst>
            <pc:docMk/>
            <pc:sldMk cId="1887327170" sldId="1391"/>
            <ac:spMk id="193" creationId="{B1BC473D-13ED-30A7-3ECB-A3405C13E454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468" v="876" actId="1076"/>
          <ac:spMkLst>
            <pc:docMk/>
            <pc:sldMk cId="1887327170" sldId="1391"/>
            <ac:spMk id="194" creationId="{363BD0A6-D337-6F6C-4FF6-F4858477765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561" v="877" actId="1076"/>
          <ac:spMkLst>
            <pc:docMk/>
            <pc:sldMk cId="1887327170" sldId="1391"/>
            <ac:spMk id="195" creationId="{358E1F5F-F14D-3B4E-ACB4-6C6C56594D4E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640" v="878" actId="1076"/>
          <ac:spMkLst>
            <pc:docMk/>
            <pc:sldMk cId="1887327170" sldId="1391"/>
            <ac:spMk id="196" creationId="{D0CD311C-E88E-2F86-7CC2-C95632AB29B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733" v="879" actId="1076"/>
          <ac:spMkLst>
            <pc:docMk/>
            <pc:sldMk cId="1887327170" sldId="1391"/>
            <ac:spMk id="197" creationId="{509FA984-311A-A250-7A80-521C3B39820A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39.921" v="881" actId="1076"/>
          <ac:spMkLst>
            <pc:docMk/>
            <pc:sldMk cId="1887327170" sldId="1391"/>
            <ac:spMk id="199" creationId="{6D090007-EF92-6D67-CD43-C9D2016700C3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093" v="883" actId="1076"/>
          <ac:spMkLst>
            <pc:docMk/>
            <pc:sldMk cId="1887327170" sldId="1391"/>
            <ac:spMk id="201" creationId="{580BC7C1-C987-2700-E429-8B24DDEDD971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186" v="884" actId="1076"/>
          <ac:spMkLst>
            <pc:docMk/>
            <pc:sldMk cId="1887327170" sldId="1391"/>
            <ac:spMk id="202" creationId="{EC93CE2F-9DA3-F27C-A308-94F049849B23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265" v="885" actId="1076"/>
          <ac:spMkLst>
            <pc:docMk/>
            <pc:sldMk cId="1887327170" sldId="1391"/>
            <ac:spMk id="203" creationId="{9F830CA2-8D3D-BDF8-A5C5-3A50E8831AE4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00:06.078" v="917" actId="14100"/>
          <ac:spMkLst>
            <pc:docMk/>
            <pc:sldMk cId="1887327170" sldId="1391"/>
            <ac:spMk id="204" creationId="{AADE4699-8EFB-852D-7F29-1FB5876B7A00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00:06.187" v="918" actId="14100"/>
          <ac:spMkLst>
            <pc:docMk/>
            <pc:sldMk cId="1887327170" sldId="1391"/>
            <ac:spMk id="205" creationId="{CA361207-FF24-CAC8-1D18-8E125A5EA80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9:57.984" v="916" actId="20577"/>
          <ac:spMkLst>
            <pc:docMk/>
            <pc:sldMk cId="1887327170" sldId="1391"/>
            <ac:spMk id="206" creationId="{B22FC83E-E53F-7ECB-7EF5-49F3289A1B03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640" v="889" actId="1076"/>
          <ac:spMkLst>
            <pc:docMk/>
            <pc:sldMk cId="1887327170" sldId="1391"/>
            <ac:spMk id="207" creationId="{98C9FB16-5577-6E8E-8E02-EA055F39FA32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733" v="890" actId="1076"/>
          <ac:spMkLst>
            <pc:docMk/>
            <pc:sldMk cId="1887327170" sldId="1391"/>
            <ac:spMk id="208" creationId="{E2C1ABCE-56CC-FBA6-6347-E09F12B71324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827" v="891" actId="1076"/>
          <ac:spMkLst>
            <pc:docMk/>
            <pc:sldMk cId="1887327170" sldId="1391"/>
            <ac:spMk id="209" creationId="{370528C9-7378-7BA6-F491-BD2400A6A297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905" v="892" actId="1076"/>
          <ac:spMkLst>
            <pc:docMk/>
            <pc:sldMk cId="1887327170" sldId="1391"/>
            <ac:spMk id="210" creationId="{9D627A4B-2898-9CFB-9E36-9BD42F30F5BB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9:45.724" v="1345" actId="1076"/>
          <ac:spMkLst>
            <pc:docMk/>
            <pc:sldMk cId="1887327170" sldId="1391"/>
            <ac:spMk id="214" creationId="{EC1962ED-37E4-FEFE-2C3E-F7330B3B558F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9:45.802" v="1346" actId="1076"/>
          <ac:spMkLst>
            <pc:docMk/>
            <pc:sldMk cId="1887327170" sldId="1391"/>
            <ac:spMk id="215" creationId="{4B01904D-1D4F-9F03-8943-FB985434965F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421" v="763" actId="1076"/>
          <ac:spMkLst>
            <pc:docMk/>
            <pc:sldMk cId="1887327170" sldId="1391"/>
            <ac:spMk id="216" creationId="{F862DC70-BF8A-596B-C1CF-1FD0542842D6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530" v="765" actId="1076"/>
          <ac:spMkLst>
            <pc:docMk/>
            <pc:sldMk cId="1887327170" sldId="1391"/>
            <ac:spMk id="217" creationId="{21FB6D0C-435A-1CA2-0025-1F1C3F185818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467" v="764" actId="1076"/>
          <ac:spMkLst>
            <pc:docMk/>
            <pc:sldMk cId="1887327170" sldId="1391"/>
            <ac:spMk id="218" creationId="{F6BEEB32-BA3A-02E5-6F01-FD2BA6E6D122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592" v="766" actId="1076"/>
          <ac:spMkLst>
            <pc:docMk/>
            <pc:sldMk cId="1887327170" sldId="1391"/>
            <ac:spMk id="219" creationId="{448EA864-F7ED-72E9-5E9C-4D3FE86FD0DA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702" v="768" actId="1076"/>
          <ac:spMkLst>
            <pc:docMk/>
            <pc:sldMk cId="1887327170" sldId="1391"/>
            <ac:spMk id="220" creationId="{F1257BC1-65A6-F6A3-3EC8-FF7C4DB41629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0.999" v="893" actId="1076"/>
          <ac:spMkLst>
            <pc:docMk/>
            <pc:sldMk cId="1887327170" sldId="1391"/>
            <ac:spMk id="221" creationId="{97A170CD-09F9-5A8B-AE75-42A421BC4A94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639" v="767" actId="1076"/>
          <ac:spMkLst>
            <pc:docMk/>
            <pc:sldMk cId="1887327170" sldId="1391"/>
            <ac:spMk id="222" creationId="{1AA47A28-F7DC-A391-A926-2953AA72E0FD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811" v="770" actId="1076"/>
          <ac:spMkLst>
            <pc:docMk/>
            <pc:sldMk cId="1887327170" sldId="1391"/>
            <ac:spMk id="223" creationId="{01CEBA55-5413-95E7-1B3B-BB131049C2D1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1:58:41.093" v="894" actId="1076"/>
          <ac:spMkLst>
            <pc:docMk/>
            <pc:sldMk cId="1887327170" sldId="1391"/>
            <ac:spMk id="224" creationId="{B42036AF-90E1-8C21-6AE1-AB7B17A1EF2B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749" v="769" actId="1076"/>
          <ac:spMkLst>
            <pc:docMk/>
            <pc:sldMk cId="1887327170" sldId="1391"/>
            <ac:spMk id="225" creationId="{D89BDB69-F6BD-3435-AFF0-B59E8AA078D8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874" v="771" actId="1076"/>
          <ac:spMkLst>
            <pc:docMk/>
            <pc:sldMk cId="1887327170" sldId="1391"/>
            <ac:spMk id="226" creationId="{253E7BDC-772C-2033-6CFF-F0011D50909D}"/>
          </ac:spMkLst>
        </pc:spChg>
        <pc:spChg chg="add mod">
          <ac:chgData name="Rohini Pawar     /TECH_INT/IBANK/MUM" userId="S::90106322@icicibank.com::96425cf0-60c7-4a0e-ab20-00f8ab8d80d7" providerId="AD" clId="Web-{1B152131-395F-9EC8-C9C4-273878A905CF}" dt="2026-03-13T12:13:12.987" v="1154" actId="1076"/>
          <ac:spMkLst>
            <pc:docMk/>
            <pc:sldMk cId="1887327170" sldId="1391"/>
            <ac:spMk id="238" creationId="{69F38212-3278-F412-BDF7-4AC1FFBC4C44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6.520" v="1322" actId="14100"/>
          <ac:spMkLst>
            <pc:docMk/>
            <pc:sldMk cId="1887327170" sldId="1391"/>
            <ac:spMk id="255" creationId="{FFEF7542-E0E4-5E3E-FF91-C3344C8B2E14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6.598" v="1323" actId="14100"/>
          <ac:spMkLst>
            <pc:docMk/>
            <pc:sldMk cId="1887327170" sldId="1391"/>
            <ac:spMk id="256" creationId="{9991C484-8AD6-ECA8-2501-374927CEB15C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6.692" v="1324" actId="14100"/>
          <ac:spMkLst>
            <pc:docMk/>
            <pc:sldMk cId="1887327170" sldId="1391"/>
            <ac:spMk id="257" creationId="{7630C395-1E23-13CC-0256-13225E6BECE4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6.770" v="1325" actId="14100"/>
          <ac:spMkLst>
            <pc:docMk/>
            <pc:sldMk cId="1887327170" sldId="1391"/>
            <ac:spMk id="258" creationId="{6C01FDBD-25D5-2A5E-C8A8-41A143740E19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6.848" v="1326" actId="14100"/>
          <ac:spMkLst>
            <pc:docMk/>
            <pc:sldMk cId="1887327170" sldId="1391"/>
            <ac:spMk id="259" creationId="{A2AEED3D-FBD8-E240-89EA-7D0EAD22AB69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15.427" v="1334" actId="1076"/>
          <ac:spMkLst>
            <pc:docMk/>
            <pc:sldMk cId="1887327170" sldId="1391"/>
            <ac:spMk id="260" creationId="{EEC4CDB6-51DE-A23F-9E41-142FBAA7EBFC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7.020" v="1328" actId="14100"/>
          <ac:spMkLst>
            <pc:docMk/>
            <pc:sldMk cId="1887327170" sldId="1391"/>
            <ac:spMk id="261" creationId="{1749BE17-A3F5-6E64-7CD4-F32E4DC48CA7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7.098" v="1329" actId="14100"/>
          <ac:spMkLst>
            <pc:docMk/>
            <pc:sldMk cId="1887327170" sldId="1391"/>
            <ac:spMk id="262" creationId="{5821B7A4-3AD4-EA9E-0FB9-CBE8338FB8F3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7.176" v="1330" actId="14100"/>
          <ac:spMkLst>
            <pc:docMk/>
            <pc:sldMk cId="1887327170" sldId="1391"/>
            <ac:spMk id="263" creationId="{56ABE4DD-8A45-DFAE-DF77-EAC837BE95CE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7.255" v="1331" actId="14100"/>
          <ac:spMkLst>
            <pc:docMk/>
            <pc:sldMk cId="1887327170" sldId="1391"/>
            <ac:spMk id="264" creationId="{BD7B2C40-490C-8C15-6979-E4E2847687A2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07.333" v="1332" actId="14100"/>
          <ac:spMkLst>
            <pc:docMk/>
            <pc:sldMk cId="1887327170" sldId="1391"/>
            <ac:spMk id="265" creationId="{0F7FE54B-2711-6210-D378-B4D316048748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21.864" v="1335" actId="1076"/>
          <ac:spMkLst>
            <pc:docMk/>
            <pc:sldMk cId="1887327170" sldId="1391"/>
            <ac:spMk id="266" creationId="{762AC064-7415-6ABF-D453-657E3822C618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2:18:40.224" v="1337" actId="1076"/>
          <ac:spMkLst>
            <pc:docMk/>
            <pc:sldMk cId="1887327170" sldId="1391"/>
            <ac:spMk id="268" creationId="{F42C09F8-0A0B-E15B-3645-403FAA52554A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921" v="772" actId="1076"/>
          <ac:spMkLst>
            <pc:docMk/>
            <pc:sldMk cId="1887327170" sldId="1391"/>
            <ac:spMk id="270" creationId="{FC8E7117-BFAF-90DE-CEC6-824029C596FB}"/>
          </ac:spMkLst>
        </pc:spChg>
        <pc:spChg chg="mod">
          <ac:chgData name="Rohini Pawar     /TECH_INT/IBANK/MUM" userId="S::90106322@icicibank.com::96425cf0-60c7-4a0e-ab20-00f8ab8d80d7" providerId="AD" clId="Web-{1B152131-395F-9EC8-C9C4-273878A905CF}" dt="2026-03-13T11:58:09.983" v="773" actId="1076"/>
          <ac:spMkLst>
            <pc:docMk/>
            <pc:sldMk cId="1887327170" sldId="1391"/>
            <ac:spMk id="271" creationId="{86698FE6-75E6-3FE2-A587-A9F254CF6F6C}"/>
          </ac:spMkLst>
        </pc:spChg>
        <pc:cxnChg chg="add mod">
          <ac:chgData name="Rohini Pawar     /TECH_INT/IBANK/MUM" userId="S::90106322@icicibank.com::96425cf0-60c7-4a0e-ab20-00f8ab8d80d7" providerId="AD" clId="Web-{1B152131-395F-9EC8-C9C4-273878A905CF}" dt="2026-03-13T12:10:54.626" v="1078"/>
          <ac:cxnSpMkLst>
            <pc:docMk/>
            <pc:sldMk cId="1887327170" sldId="1391"/>
            <ac:cxnSpMk id="232" creationId="{E392B805-6028-8165-42BE-A72157B80A3E}"/>
          </ac:cxnSpMkLst>
        </pc:cxnChg>
      </pc:sldChg>
    </pc:docChg>
  </pc:docChgLst>
  <pc:docChgLst>
    <pc:chgData name="Sushil Gyawali     /TECH_INT/IBANK/MUM" userId="S::90087123@icicibank.com::1502ef46-f3d6-449e-a0ab-13f48bff832c" providerId="AD" clId="Web-{9EC3DA38-5065-28DF-E08B-B21C6C71E73D}"/>
    <pc:docChg chg="modSld">
      <pc:chgData name="Sushil Gyawali     /TECH_INT/IBANK/MUM" userId="S::90087123@icicibank.com::1502ef46-f3d6-449e-a0ab-13f48bff832c" providerId="AD" clId="Web-{9EC3DA38-5065-28DF-E08B-B21C6C71E73D}" dt="2026-03-17T05:46:47.080" v="212" actId="1076"/>
      <pc:docMkLst>
        <pc:docMk/>
      </pc:docMkLst>
      <pc:sldChg chg="addSp delSp modSp">
        <pc:chgData name="Sushil Gyawali     /TECH_INT/IBANK/MUM" userId="S::90087123@icicibank.com::1502ef46-f3d6-449e-a0ab-13f48bff832c" providerId="AD" clId="Web-{9EC3DA38-5065-28DF-E08B-B21C6C71E73D}" dt="2026-03-17T05:46:47.080" v="212" actId="1076"/>
        <pc:sldMkLst>
          <pc:docMk/>
          <pc:sldMk cId="2197510335" sldId="1375"/>
        </pc:sldMkLst>
        <pc:spChg chg="mod">
          <ac:chgData name="Sushil Gyawali     /TECH_INT/IBANK/MUM" userId="S::90087123@icicibank.com::1502ef46-f3d6-449e-a0ab-13f48bff832c" providerId="AD" clId="Web-{9EC3DA38-5065-28DF-E08B-B21C6C71E73D}" dt="2026-03-17T05:46:47.080" v="212" actId="1076"/>
          <ac:spMkLst>
            <pc:docMk/>
            <pc:sldMk cId="2197510335" sldId="1375"/>
            <ac:spMk id="8450" creationId="{555AE69D-2412-0796-A51C-798179694CA5}"/>
          </ac:spMkLst>
        </pc:spChg>
        <pc:spChg chg="mod">
          <ac:chgData name="Sushil Gyawali     /TECH_INT/IBANK/MUM" userId="S::90087123@icicibank.com::1502ef46-f3d6-449e-a0ab-13f48bff832c" providerId="AD" clId="Web-{9EC3DA38-5065-28DF-E08B-B21C6C71E73D}" dt="2026-03-17T05:34:50.457" v="14" actId="1076"/>
          <ac:spMkLst>
            <pc:docMk/>
            <pc:sldMk cId="2197510335" sldId="1375"/>
            <ac:spMk id="8484" creationId="{485919FF-A83E-5FA0-1FB9-006EBFDB54E6}"/>
          </ac:spMkLst>
        </pc:spChg>
        <pc:spChg chg="mod">
          <ac:chgData name="Sushil Gyawali     /TECH_INT/IBANK/MUM" userId="S::90087123@icicibank.com::1502ef46-f3d6-449e-a0ab-13f48bff832c" providerId="AD" clId="Web-{9EC3DA38-5065-28DF-E08B-B21C6C71E73D}" dt="2026-03-17T05:45:55.485" v="196" actId="1076"/>
          <ac:spMkLst>
            <pc:docMk/>
            <pc:sldMk cId="2197510335" sldId="1375"/>
            <ac:spMk id="8486" creationId="{99CE4366-AC26-C684-12A9-3BA669972585}"/>
          </ac:spMkLst>
        </pc:spChg>
        <pc:spChg chg="mod">
          <ac:chgData name="Sushil Gyawali     /TECH_INT/IBANK/MUM" userId="S::90087123@icicibank.com::1502ef46-f3d6-449e-a0ab-13f48bff832c" providerId="AD" clId="Web-{9EC3DA38-5065-28DF-E08B-B21C6C71E73D}" dt="2026-03-17T05:34:53.582" v="16" actId="1076"/>
          <ac:spMkLst>
            <pc:docMk/>
            <pc:sldMk cId="2197510335" sldId="1375"/>
            <ac:spMk id="8487" creationId="{B35909A6-BF27-D2EA-D2C5-23763D86707B}"/>
          </ac:spMkLst>
        </pc:spChg>
        <pc:spChg chg="mod">
          <ac:chgData name="Sushil Gyawali     /TECH_INT/IBANK/MUM" userId="S::90087123@icicibank.com::1502ef46-f3d6-449e-a0ab-13f48bff832c" providerId="AD" clId="Web-{9EC3DA38-5065-28DF-E08B-B21C6C71E73D}" dt="2026-03-17T05:45:59.985" v="204" actId="14100"/>
          <ac:spMkLst>
            <pc:docMk/>
            <pc:sldMk cId="2197510335" sldId="1375"/>
            <ac:spMk id="8522" creationId="{F64B0BFB-39F7-D91D-5509-2137B6D2EDA0}"/>
          </ac:spMkLst>
        </pc:spChg>
        <pc:spChg chg="mod">
          <ac:chgData name="Sushil Gyawali     /TECH_INT/IBANK/MUM" userId="S::90087123@icicibank.com::1502ef46-f3d6-449e-a0ab-13f48bff832c" providerId="AD" clId="Web-{9EC3DA38-5065-28DF-E08B-B21C6C71E73D}" dt="2026-03-17T05:45:59.985" v="203" actId="14100"/>
          <ac:spMkLst>
            <pc:docMk/>
            <pc:sldMk cId="2197510335" sldId="1375"/>
            <ac:spMk id="8524" creationId="{93415104-96E0-8878-FCF5-058FD18976FE}"/>
          </ac:spMkLst>
        </pc:spChg>
        <pc:spChg chg="add del mod">
          <ac:chgData name="Sushil Gyawali     /TECH_INT/IBANK/MUM" userId="S::90087123@icicibank.com::1502ef46-f3d6-449e-a0ab-13f48bff832c" providerId="AD" clId="Web-{9EC3DA38-5065-28DF-E08B-B21C6C71E73D}" dt="2026-03-17T05:45:55.110" v="195"/>
          <ac:spMkLst>
            <pc:docMk/>
            <pc:sldMk cId="2197510335" sldId="1375"/>
            <ac:spMk id="8620" creationId="{C6B0088F-0B7C-0BE6-8D48-F212F9EC3474}"/>
          </ac:spMkLst>
        </pc:spChg>
        <pc:grpChg chg="mod">
          <ac:chgData name="Sushil Gyawali     /TECH_INT/IBANK/MUM" userId="S::90087123@icicibank.com::1502ef46-f3d6-449e-a0ab-13f48bff832c" providerId="AD" clId="Web-{9EC3DA38-5065-28DF-E08B-B21C6C71E73D}" dt="2026-03-17T05:34:19.863" v="6" actId="14100"/>
          <ac:grpSpMkLst>
            <pc:docMk/>
            <pc:sldMk cId="2197510335" sldId="1375"/>
            <ac:grpSpMk id="46" creationId="{936E29B6-C85D-58E4-C887-A27E4EF10E97}"/>
          </ac:grpSpMkLst>
        </pc:grpChg>
        <pc:graphicFrameChg chg="mod">
          <ac:chgData name="Sushil Gyawali     /TECH_INT/IBANK/MUM" userId="S::90087123@icicibank.com::1502ef46-f3d6-449e-a0ab-13f48bff832c" providerId="AD" clId="Web-{9EC3DA38-5065-28DF-E08B-B21C6C71E73D}" dt="2026-03-17T05:34:50.395" v="13" actId="1076"/>
          <ac:graphicFrameMkLst>
            <pc:docMk/>
            <pc:sldMk cId="2197510335" sldId="1375"/>
            <ac:graphicFrameMk id="49" creationId="{FA9D5304-5078-7586-6EC8-535596E4AD84}"/>
          </ac:graphicFrameMkLst>
        </pc:graphicFrameChg>
        <pc:graphicFrameChg chg="add mod modGraphic">
          <ac:chgData name="Sushil Gyawali     /TECH_INT/IBANK/MUM" userId="S::90087123@icicibank.com::1502ef46-f3d6-449e-a0ab-13f48bff832c" providerId="AD" clId="Web-{9EC3DA38-5065-28DF-E08B-B21C6C71E73D}" dt="2026-03-17T05:46:04.891" v="210" actId="1076"/>
          <ac:graphicFrameMkLst>
            <pc:docMk/>
            <pc:sldMk cId="2197510335" sldId="1375"/>
            <ac:graphicFrameMk id="8565" creationId="{3D6741A9-D6EF-BE88-AD8B-79EEE98C410B}"/>
          </ac:graphicFrameMkLst>
        </pc:graphicFrameChg>
        <pc:graphicFrameChg chg="del mod modGraphic">
          <ac:chgData name="Sushil Gyawali     /TECH_INT/IBANK/MUM" userId="S::90087123@icicibank.com::1502ef46-f3d6-449e-a0ab-13f48bff832c" providerId="AD" clId="Web-{9EC3DA38-5065-28DF-E08B-B21C6C71E73D}" dt="2026-03-17T05:40:11.781" v="69"/>
          <ac:graphicFrameMkLst>
            <pc:docMk/>
            <pc:sldMk cId="2197510335" sldId="1375"/>
            <ac:graphicFrameMk id="8583" creationId="{D1796B31-4BDB-5E37-9495-79BEE20943E0}"/>
          </ac:graphicFrameMkLst>
        </pc:graphicFrameChg>
        <pc:graphicFrameChg chg="add del mod">
          <ac:chgData name="Sushil Gyawali     /TECH_INT/IBANK/MUM" userId="S::90087123@icicibank.com::1502ef46-f3d6-449e-a0ab-13f48bff832c" providerId="AD" clId="Web-{9EC3DA38-5065-28DF-E08B-B21C6C71E73D}" dt="2026-03-17T05:42:20.055" v="125"/>
          <ac:graphicFrameMkLst>
            <pc:docMk/>
            <pc:sldMk cId="2197510335" sldId="1375"/>
            <ac:graphicFrameMk id="8584" creationId="{D93627AD-B47C-9A5E-C95A-D7DF424882AA}"/>
          </ac:graphicFrameMkLst>
        </pc:graphicFrameChg>
        <pc:graphicFrameChg chg="add del mod">
          <ac:chgData name="Sushil Gyawali     /TECH_INT/IBANK/MUM" userId="S::90087123@icicibank.com::1502ef46-f3d6-449e-a0ab-13f48bff832c" providerId="AD" clId="Web-{9EC3DA38-5065-28DF-E08B-B21C6C71E73D}" dt="2026-03-17T05:42:29.336" v="127"/>
          <ac:graphicFrameMkLst>
            <pc:docMk/>
            <pc:sldMk cId="2197510335" sldId="1375"/>
            <ac:graphicFrameMk id="8602" creationId="{3313E028-F79D-86E3-3A3B-F5B73B9BC789}"/>
          </ac:graphicFrameMkLst>
        </pc:graphicFrameChg>
        <pc:picChg chg="mod">
          <ac:chgData name="Sushil Gyawali     /TECH_INT/IBANK/MUM" userId="S::90087123@icicibank.com::1502ef46-f3d6-449e-a0ab-13f48bff832c" providerId="AD" clId="Web-{9EC3DA38-5065-28DF-E08B-B21C6C71E73D}" dt="2026-03-17T05:45:59.985" v="202" actId="14100"/>
          <ac:picMkLst>
            <pc:docMk/>
            <pc:sldMk cId="2197510335" sldId="1375"/>
            <ac:picMk id="8611" creationId="{BD3D8571-9CF8-E705-F5C9-F6532126B758}"/>
          </ac:picMkLst>
        </pc:picChg>
      </pc:sldChg>
      <pc:sldChg chg="modSp">
        <pc:chgData name="Sushil Gyawali     /TECH_INT/IBANK/MUM" userId="S::90087123@icicibank.com::1502ef46-f3d6-449e-a0ab-13f48bff832c" providerId="AD" clId="Web-{9EC3DA38-5065-28DF-E08B-B21C6C71E73D}" dt="2026-03-17T05:31:46.220" v="0" actId="1076"/>
        <pc:sldMkLst>
          <pc:docMk/>
          <pc:sldMk cId="1129952258" sldId="1394"/>
        </pc:sldMkLst>
        <pc:picChg chg="mod">
          <ac:chgData name="Sushil Gyawali     /TECH_INT/IBANK/MUM" userId="S::90087123@icicibank.com::1502ef46-f3d6-449e-a0ab-13f48bff832c" providerId="AD" clId="Web-{9EC3DA38-5065-28DF-E08B-B21C6C71E73D}" dt="2026-03-17T05:31:46.220" v="0" actId="1076"/>
          <ac:picMkLst>
            <pc:docMk/>
            <pc:sldMk cId="1129952258" sldId="1394"/>
            <ac:picMk id="2" creationId="{00000000-0000-0000-0000-000000000000}"/>
          </ac:picMkLst>
        </pc:picChg>
      </pc:sldChg>
    </pc:docChg>
  </pc:docChgLst>
  <pc:docChgLst>
    <pc:chgData name="Maharshi Divekar     /TECH_INT/IBANK/MUM" userId="S::90106339@icicibank.com::7c2bf31c-4ea2-4513-bc16-9540dae20e20" providerId="AD" clId="Web-{0635E774-CD36-8452-1975-B0893C85DB1A}"/>
    <pc:docChg chg="addSld modSld modSection">
      <pc:chgData name="Maharshi Divekar     /TECH_INT/IBANK/MUM" userId="S::90106339@icicibank.com::7c2bf31c-4ea2-4513-bc16-9540dae20e20" providerId="AD" clId="Web-{0635E774-CD36-8452-1975-B0893C85DB1A}" dt="2026-03-16T09:58:00.447" v="173" actId="20577"/>
      <pc:docMkLst>
        <pc:docMk/>
      </pc:docMkLst>
      <pc:sldChg chg="modSp">
        <pc:chgData name="Maharshi Divekar     /TECH_INT/IBANK/MUM" userId="S::90106339@icicibank.com::7c2bf31c-4ea2-4513-bc16-9540dae20e20" providerId="AD" clId="Web-{0635E774-CD36-8452-1975-B0893C85DB1A}" dt="2026-03-16T09:22:57.317" v="3"/>
        <pc:sldMkLst>
          <pc:docMk/>
          <pc:sldMk cId="2015398889" sldId="1390"/>
        </pc:sldMkLst>
        <pc:graphicFrameChg chg="mod modGraphic">
          <ac:chgData name="Maharshi Divekar     /TECH_INT/IBANK/MUM" userId="S::90106339@icicibank.com::7c2bf31c-4ea2-4513-bc16-9540dae20e20" providerId="AD" clId="Web-{0635E774-CD36-8452-1975-B0893C85DB1A}" dt="2026-03-16T09:22:57.317" v="3"/>
          <ac:graphicFrameMkLst>
            <pc:docMk/>
            <pc:sldMk cId="2015398889" sldId="1390"/>
            <ac:graphicFrameMk id="2" creationId="{4E3A74F5-78DF-23A2-888C-A2FF39667117}"/>
          </ac:graphicFrameMkLst>
        </pc:graphicFrameChg>
        <pc:graphicFrameChg chg="mod modGraphic">
          <ac:chgData name="Maharshi Divekar     /TECH_INT/IBANK/MUM" userId="S::90106339@icicibank.com::7c2bf31c-4ea2-4513-bc16-9540dae20e20" providerId="AD" clId="Web-{0635E774-CD36-8452-1975-B0893C85DB1A}" dt="2026-03-16T09:22:43.739" v="1"/>
          <ac:graphicFrameMkLst>
            <pc:docMk/>
            <pc:sldMk cId="2015398889" sldId="1390"/>
            <ac:graphicFrameMk id="20" creationId="{4DE34861-284D-CB7C-0907-08D813341F89}"/>
          </ac:graphicFrameMkLst>
        </pc:graphicFrameChg>
      </pc:sldChg>
      <pc:sldChg chg="addSp delSp modSp add replId">
        <pc:chgData name="Maharshi Divekar     /TECH_INT/IBANK/MUM" userId="S::90106339@icicibank.com::7c2bf31c-4ea2-4513-bc16-9540dae20e20" providerId="AD" clId="Web-{0635E774-CD36-8452-1975-B0893C85DB1A}" dt="2026-03-16T09:58:00.447" v="173" actId="20577"/>
        <pc:sldMkLst>
          <pc:docMk/>
          <pc:sldMk cId="3337881670" sldId="1392"/>
        </pc:sldMkLst>
        <pc:spChg chg="add mod">
          <ac:chgData name="Maharshi Divekar     /TECH_INT/IBANK/MUM" userId="S::90106339@icicibank.com::7c2bf31c-4ea2-4513-bc16-9540dae20e20" providerId="AD" clId="Web-{0635E774-CD36-8452-1975-B0893C85DB1A}" dt="2026-03-16T09:55:19.882" v="162" actId="14100"/>
          <ac:spMkLst>
            <pc:docMk/>
            <pc:sldMk cId="3337881670" sldId="1392"/>
            <ac:spMk id="2" creationId="{5E9C68D2-4359-BB0C-EAA4-72C71CA9176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8"/>
          <ac:spMkLst>
            <pc:docMk/>
            <pc:sldMk cId="3337881670" sldId="1392"/>
            <ac:spMk id="2" creationId="{DF8D15F0-7367-66F0-912C-0AF3CBF22324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7"/>
          <ac:spMkLst>
            <pc:docMk/>
            <pc:sldMk cId="3337881670" sldId="1392"/>
            <ac:spMk id="3" creationId="{272DECEC-D351-9764-EDA7-7F4ACF59E29A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55:52.836" v="167" actId="1076"/>
          <ac:spMkLst>
            <pc:docMk/>
            <pc:sldMk cId="3337881670" sldId="1392"/>
            <ac:spMk id="3" creationId="{2B50398C-3973-FFF1-B8E4-9AEEA0907F79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58:00.447" v="173" actId="20577"/>
          <ac:spMkLst>
            <pc:docMk/>
            <pc:sldMk cId="3337881670" sldId="1392"/>
            <ac:spMk id="4" creationId="{251ABB25-723B-FAFE-70B4-2ED994EA3E0B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6"/>
          <ac:spMkLst>
            <pc:docMk/>
            <pc:sldMk cId="3337881670" sldId="1392"/>
            <ac:spMk id="4" creationId="{8279A463-AF40-313E-9C20-E4B977098CC4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5"/>
          <ac:spMkLst>
            <pc:docMk/>
            <pc:sldMk cId="3337881670" sldId="1392"/>
            <ac:spMk id="5" creationId="{64AFBA2B-A34F-0138-80E4-409A1141F26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4"/>
          <ac:spMkLst>
            <pc:docMk/>
            <pc:sldMk cId="3337881670" sldId="1392"/>
            <ac:spMk id="6" creationId="{1EFDEBEF-8783-37C3-F86A-61586A992B62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3"/>
          <ac:spMkLst>
            <pc:docMk/>
            <pc:sldMk cId="3337881670" sldId="1392"/>
            <ac:spMk id="7" creationId="{9B94CD0F-0C27-A3DF-FDFC-1E499BBCF996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2"/>
          <ac:spMkLst>
            <pc:docMk/>
            <pc:sldMk cId="3337881670" sldId="1392"/>
            <ac:spMk id="8" creationId="{0EB0963D-211A-9330-7D50-8F5A8F08F32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1"/>
          <ac:spMkLst>
            <pc:docMk/>
            <pc:sldMk cId="3337881670" sldId="1392"/>
            <ac:spMk id="9" creationId="{237ABFB4-594C-96D7-B54D-EA35F5C2A50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50"/>
          <ac:spMkLst>
            <pc:docMk/>
            <pc:sldMk cId="3337881670" sldId="1392"/>
            <ac:spMk id="10" creationId="{1FE90ADB-D1DF-4A65-81AD-A1D5BA8D4F39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9"/>
          <ac:spMkLst>
            <pc:docMk/>
            <pc:sldMk cId="3337881670" sldId="1392"/>
            <ac:spMk id="11" creationId="{080CADAB-C681-9593-EDC7-DDB8FDA7584D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8"/>
          <ac:spMkLst>
            <pc:docMk/>
            <pc:sldMk cId="3337881670" sldId="1392"/>
            <ac:spMk id="12" creationId="{A98A72E1-3ACD-AA04-5F25-14BAF9FD6E72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7"/>
          <ac:spMkLst>
            <pc:docMk/>
            <pc:sldMk cId="3337881670" sldId="1392"/>
            <ac:spMk id="13" creationId="{9C10E798-CF24-10E3-C0E1-1E441FE50E1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6"/>
          <ac:spMkLst>
            <pc:docMk/>
            <pc:sldMk cId="3337881670" sldId="1392"/>
            <ac:spMk id="14" creationId="{DC530C3B-E0F6-915C-8FCF-B712324B4A4E}"/>
          </ac:spMkLst>
        </pc:spChg>
        <pc:spChg chg="topLvl">
          <ac:chgData name="Maharshi Divekar     /TECH_INT/IBANK/MUM" userId="S::90106339@icicibank.com::7c2bf31c-4ea2-4513-bc16-9540dae20e20" providerId="AD" clId="Web-{0635E774-CD36-8452-1975-B0893C85DB1A}" dt="2026-03-16T09:26:42.838" v="112"/>
          <ac:spMkLst>
            <pc:docMk/>
            <pc:sldMk cId="3337881670" sldId="1392"/>
            <ac:spMk id="16" creationId="{F4CBE97B-5952-53D9-FA44-41C9582595E8}"/>
          </ac:spMkLst>
        </pc:spChg>
        <pc:spChg chg="topLvl">
          <ac:chgData name="Maharshi Divekar     /TECH_INT/IBANK/MUM" userId="S::90106339@icicibank.com::7c2bf31c-4ea2-4513-bc16-9540dae20e20" providerId="AD" clId="Web-{0635E774-CD36-8452-1975-B0893C85DB1A}" dt="2026-03-16T09:26:42.838" v="112"/>
          <ac:spMkLst>
            <pc:docMk/>
            <pc:sldMk cId="3337881670" sldId="1392"/>
            <ac:spMk id="17" creationId="{DF65D2EB-A79C-27F8-3DA8-606893EB6372}"/>
          </ac:spMkLst>
        </pc:spChg>
        <pc:spChg chg="mod ord topLvl">
          <ac:chgData name="Maharshi Divekar     /TECH_INT/IBANK/MUM" userId="S::90106339@icicibank.com::7c2bf31c-4ea2-4513-bc16-9540dae20e20" providerId="AD" clId="Web-{0635E774-CD36-8452-1975-B0893C85DB1A}" dt="2026-03-16T09:31:04.641" v="157" actId="1076"/>
          <ac:spMkLst>
            <pc:docMk/>
            <pc:sldMk cId="3337881670" sldId="1392"/>
            <ac:spMk id="18" creationId="{2F79C50F-5C10-F8DC-1BD4-0B2EF8DDF35F}"/>
          </ac:spMkLst>
        </pc:spChg>
        <pc:spChg chg="topLvl">
          <ac:chgData name="Maharshi Divekar     /TECH_INT/IBANK/MUM" userId="S::90106339@icicibank.com::7c2bf31c-4ea2-4513-bc16-9540dae20e20" providerId="AD" clId="Web-{0635E774-CD36-8452-1975-B0893C85DB1A}" dt="2026-03-16T09:26:42.838" v="112"/>
          <ac:spMkLst>
            <pc:docMk/>
            <pc:sldMk cId="3337881670" sldId="1392"/>
            <ac:spMk id="19" creationId="{98F59241-E5D3-D4BA-A4AE-510239E57E83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24:57.068" v="95" actId="1076"/>
          <ac:spMkLst>
            <pc:docMk/>
            <pc:sldMk cId="3337881670" sldId="1392"/>
            <ac:spMk id="22" creationId="{C5DC9D2F-543C-048B-8A8F-2EE744220F84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24:57.084" v="96" actId="1076"/>
          <ac:spMkLst>
            <pc:docMk/>
            <pc:sldMk cId="3337881670" sldId="1392"/>
            <ac:spMk id="24" creationId="{B6DEDE8E-0EC0-CD99-53C7-DEE56D389520}"/>
          </ac:spMkLst>
        </pc:spChg>
        <pc:spChg chg="mod topLvl">
          <ac:chgData name="Maharshi Divekar     /TECH_INT/IBANK/MUM" userId="S::90106339@icicibank.com::7c2bf31c-4ea2-4513-bc16-9540dae20e20" providerId="AD" clId="Web-{0635E774-CD36-8452-1975-B0893C85DB1A}" dt="2026-03-16T09:30:19.921" v="148" actId="1076"/>
          <ac:spMkLst>
            <pc:docMk/>
            <pc:sldMk cId="3337881670" sldId="1392"/>
            <ac:spMk id="26" creationId="{F5623437-05F2-D627-5AF9-4A7991E643D4}"/>
          </ac:spMkLst>
        </pc:spChg>
        <pc:spChg chg="mod topLvl">
          <ac:chgData name="Maharshi Divekar     /TECH_INT/IBANK/MUM" userId="S::90106339@icicibank.com::7c2bf31c-4ea2-4513-bc16-9540dae20e20" providerId="AD" clId="Web-{0635E774-CD36-8452-1975-B0893C85DB1A}" dt="2026-03-16T09:30:52.375" v="156" actId="14100"/>
          <ac:spMkLst>
            <pc:docMk/>
            <pc:sldMk cId="3337881670" sldId="1392"/>
            <ac:spMk id="27" creationId="{F8ADCC55-5897-F992-7F5A-05C61C228D30}"/>
          </ac:spMkLst>
        </pc:spChg>
        <pc:spChg chg="del mod">
          <ac:chgData name="Maharshi Divekar     /TECH_INT/IBANK/MUM" userId="S::90106339@icicibank.com::7c2bf31c-4ea2-4513-bc16-9540dae20e20" providerId="AD" clId="Web-{0635E774-CD36-8452-1975-B0893C85DB1A}" dt="2026-03-16T09:25:06.662" v="99"/>
          <ac:spMkLst>
            <pc:docMk/>
            <pc:sldMk cId="3337881670" sldId="1392"/>
            <ac:spMk id="28" creationId="{AF49950F-FA7B-7BFE-0F0A-9488C0B2DC3B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5:21.835" v="101"/>
          <ac:spMkLst>
            <pc:docMk/>
            <pc:sldMk cId="3337881670" sldId="1392"/>
            <ac:spMk id="29" creationId="{AF6584F4-F378-A847-EFBE-0F4D1C81CBDB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55:07.773" v="158" actId="1076"/>
          <ac:spMkLst>
            <pc:docMk/>
            <pc:sldMk cId="3337881670" sldId="1392"/>
            <ac:spMk id="30" creationId="{01BA5706-635B-A607-C210-FDB140C43E42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55:07.789" v="159" actId="1076"/>
          <ac:spMkLst>
            <pc:docMk/>
            <pc:sldMk cId="3337881670" sldId="1392"/>
            <ac:spMk id="31" creationId="{416EEDFF-3B90-0DCE-6205-524CB4BBE578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30:15.921" v="145" actId="1076"/>
          <ac:spMkLst>
            <pc:docMk/>
            <pc:sldMk cId="3337881670" sldId="1392"/>
            <ac:spMk id="32" creationId="{DD817F4C-A6FC-4AB1-5FF0-C5BAEC7ABF8C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30:15.937" v="146" actId="1076"/>
          <ac:spMkLst>
            <pc:docMk/>
            <pc:sldMk cId="3337881670" sldId="1392"/>
            <ac:spMk id="33" creationId="{7DC33DE9-E4AE-5409-FD67-8C63CD701E37}"/>
          </ac:spMkLst>
        </pc:spChg>
        <pc:spChg chg="add mod">
          <ac:chgData name="Maharshi Divekar     /TECH_INT/IBANK/MUM" userId="S::90106339@icicibank.com::7c2bf31c-4ea2-4513-bc16-9540dae20e20" providerId="AD" clId="Web-{0635E774-CD36-8452-1975-B0893C85DB1A}" dt="2026-03-16T09:30:15.953" v="147" actId="1076"/>
          <ac:spMkLst>
            <pc:docMk/>
            <pc:sldMk cId="3337881670" sldId="1392"/>
            <ac:spMk id="34" creationId="{597BF8F2-5B92-5B38-1715-5352E5D855B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5"/>
          <ac:spMkLst>
            <pc:docMk/>
            <pc:sldMk cId="3337881670" sldId="1392"/>
            <ac:spMk id="38" creationId="{580F817E-83DD-CA49-3316-404A710AE1FE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4"/>
          <ac:spMkLst>
            <pc:docMk/>
            <pc:sldMk cId="3337881670" sldId="1392"/>
            <ac:spMk id="40" creationId="{612227B8-32FF-6A57-456C-023388E8F12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3"/>
          <ac:spMkLst>
            <pc:docMk/>
            <pc:sldMk cId="3337881670" sldId="1392"/>
            <ac:spMk id="42" creationId="{20517ECB-1B0A-5F40-A6D6-1B66550FF835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2"/>
          <ac:spMkLst>
            <pc:docMk/>
            <pc:sldMk cId="3337881670" sldId="1392"/>
            <ac:spMk id="43" creationId="{4E3BB818-4FF9-DD7F-3D34-4D70C49AFAD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1"/>
          <ac:spMkLst>
            <pc:docMk/>
            <pc:sldMk cId="3337881670" sldId="1392"/>
            <ac:spMk id="44" creationId="{7DB45F69-3790-C30B-AE8F-3720D135EF7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40"/>
          <ac:spMkLst>
            <pc:docMk/>
            <pc:sldMk cId="3337881670" sldId="1392"/>
            <ac:spMk id="45" creationId="{F380B7A0-6D53-76E3-6A98-99A3AD30CF1D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39"/>
          <ac:spMkLst>
            <pc:docMk/>
            <pc:sldMk cId="3337881670" sldId="1392"/>
            <ac:spMk id="46" creationId="{7CF3B9EE-69B3-E6D8-BA82-B89F96643125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38"/>
          <ac:spMkLst>
            <pc:docMk/>
            <pc:sldMk cId="3337881670" sldId="1392"/>
            <ac:spMk id="47" creationId="{2C1B47E6-E392-554A-CFDC-34EEB41D047C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37"/>
          <ac:spMkLst>
            <pc:docMk/>
            <pc:sldMk cId="3337881670" sldId="1392"/>
            <ac:spMk id="48" creationId="{76624F6E-B157-80F2-2C9C-C08DC92B874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93" v="36"/>
          <ac:spMkLst>
            <pc:docMk/>
            <pc:sldMk cId="3337881670" sldId="1392"/>
            <ac:spMk id="49" creationId="{720B9745-EF60-AB34-118E-1F79D58CF063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35"/>
          <ac:spMkLst>
            <pc:docMk/>
            <pc:sldMk cId="3337881670" sldId="1392"/>
            <ac:spMk id="50" creationId="{22F3F9A1-31E0-18A3-458C-B93F60870F5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34"/>
          <ac:spMkLst>
            <pc:docMk/>
            <pc:sldMk cId="3337881670" sldId="1392"/>
            <ac:spMk id="51" creationId="{6B4A9569-3E82-0664-F83A-E26CDA022996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33"/>
          <ac:spMkLst>
            <pc:docMk/>
            <pc:sldMk cId="3337881670" sldId="1392"/>
            <ac:spMk id="52" creationId="{7DBD5FC6-CDC1-87DA-6F90-3C88A6E2D163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32"/>
          <ac:spMkLst>
            <pc:docMk/>
            <pc:sldMk cId="3337881670" sldId="1392"/>
            <ac:spMk id="53" creationId="{606420BD-28A2-CF1B-6EC6-7210341B15C8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31"/>
          <ac:spMkLst>
            <pc:docMk/>
            <pc:sldMk cId="3337881670" sldId="1392"/>
            <ac:spMk id="54" creationId="{D6BE9737-12C4-50A4-BBBF-A9284F943BE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30"/>
          <ac:spMkLst>
            <pc:docMk/>
            <pc:sldMk cId="3337881670" sldId="1392"/>
            <ac:spMk id="55" creationId="{91E85069-1D7B-A72D-DE99-B6023DBA989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9"/>
          <ac:spMkLst>
            <pc:docMk/>
            <pc:sldMk cId="3337881670" sldId="1392"/>
            <ac:spMk id="59" creationId="{35AB5B11-9BA5-5EC2-A5DE-2829868FA61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8"/>
          <ac:spMkLst>
            <pc:docMk/>
            <pc:sldMk cId="3337881670" sldId="1392"/>
            <ac:spMk id="61" creationId="{E221915B-AF1E-817C-66D8-3A663D258FC3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7"/>
          <ac:spMkLst>
            <pc:docMk/>
            <pc:sldMk cId="3337881670" sldId="1392"/>
            <ac:spMk id="62" creationId="{4C4137FD-C85D-C951-9B10-B7D45F48031C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6"/>
          <ac:spMkLst>
            <pc:docMk/>
            <pc:sldMk cId="3337881670" sldId="1392"/>
            <ac:spMk id="63" creationId="{4E08AD15-03F4-FD28-A0AE-29F344CE28E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5"/>
          <ac:spMkLst>
            <pc:docMk/>
            <pc:sldMk cId="3337881670" sldId="1392"/>
            <ac:spMk id="192" creationId="{100E371D-FF8B-A979-22E6-2D7AE112B023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4"/>
          <ac:spMkLst>
            <pc:docMk/>
            <pc:sldMk cId="3337881670" sldId="1392"/>
            <ac:spMk id="193" creationId="{A5D12701-0565-CC53-2FD3-F976D6C3336B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3"/>
          <ac:spMkLst>
            <pc:docMk/>
            <pc:sldMk cId="3337881670" sldId="1392"/>
            <ac:spMk id="194" creationId="{C37FE6BF-EC7C-5818-4AC6-5CBC1E897EE8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2"/>
          <ac:spMkLst>
            <pc:docMk/>
            <pc:sldMk cId="3337881670" sldId="1392"/>
            <ac:spMk id="195" creationId="{773596DC-1D24-37EC-5078-B9C0B094CAC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1"/>
          <ac:spMkLst>
            <pc:docMk/>
            <pc:sldMk cId="3337881670" sldId="1392"/>
            <ac:spMk id="196" creationId="{4D910146-49A2-2965-EE86-AFD270840A5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20"/>
          <ac:spMkLst>
            <pc:docMk/>
            <pc:sldMk cId="3337881670" sldId="1392"/>
            <ac:spMk id="197" creationId="{CF8F3CA8-B3EA-3886-9FE7-26109B8180D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9"/>
          <ac:spMkLst>
            <pc:docMk/>
            <pc:sldMk cId="3337881670" sldId="1392"/>
            <ac:spMk id="199" creationId="{39124FE6-E008-CD18-A488-28D951C6D046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8"/>
          <ac:spMkLst>
            <pc:docMk/>
            <pc:sldMk cId="3337881670" sldId="1392"/>
            <ac:spMk id="201" creationId="{F8778743-78D6-0C37-C21E-529C4EB4224E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7"/>
          <ac:spMkLst>
            <pc:docMk/>
            <pc:sldMk cId="3337881670" sldId="1392"/>
            <ac:spMk id="202" creationId="{6F086022-50AC-2D14-0310-C493324B9968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6"/>
          <ac:spMkLst>
            <pc:docMk/>
            <pc:sldMk cId="3337881670" sldId="1392"/>
            <ac:spMk id="203" creationId="{40C72469-1353-FE6C-2787-580A444B6C42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5"/>
          <ac:spMkLst>
            <pc:docMk/>
            <pc:sldMk cId="3337881670" sldId="1392"/>
            <ac:spMk id="204" creationId="{7E4EA849-DB94-3CB2-61E4-D579B58AF0C6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4"/>
          <ac:spMkLst>
            <pc:docMk/>
            <pc:sldMk cId="3337881670" sldId="1392"/>
            <ac:spMk id="205" creationId="{B57F56D6-7AED-0873-787D-528BB1B2E9B0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3"/>
          <ac:spMkLst>
            <pc:docMk/>
            <pc:sldMk cId="3337881670" sldId="1392"/>
            <ac:spMk id="206" creationId="{C62E2CC7-542C-B5C0-3BC3-EF1A00D2D254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2"/>
          <ac:spMkLst>
            <pc:docMk/>
            <pc:sldMk cId="3337881670" sldId="1392"/>
            <ac:spMk id="207" creationId="{675ECB72-8D60-D737-E625-62E3D879869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1"/>
          <ac:spMkLst>
            <pc:docMk/>
            <pc:sldMk cId="3337881670" sldId="1392"/>
            <ac:spMk id="208" creationId="{DC7C3347-C0E8-551A-E01B-C26932581B39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77" v="10"/>
          <ac:spMkLst>
            <pc:docMk/>
            <pc:sldMk cId="3337881670" sldId="1392"/>
            <ac:spMk id="209" creationId="{342629A6-A049-4136-7F01-569F723D85CD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61" v="9"/>
          <ac:spMkLst>
            <pc:docMk/>
            <pc:sldMk cId="3337881670" sldId="1392"/>
            <ac:spMk id="210" creationId="{C9EC339A-E390-2957-45C2-CFE7B9332AEE}"/>
          </ac:spMkLst>
        </pc:spChg>
        <pc:spChg chg="mod">
          <ac:chgData name="Maharshi Divekar     /TECH_INT/IBANK/MUM" userId="S::90106339@icicibank.com::7c2bf31c-4ea2-4513-bc16-9540dae20e20" providerId="AD" clId="Web-{0635E774-CD36-8452-1975-B0893C85DB1A}" dt="2026-03-16T09:26:26.291" v="111" actId="20577"/>
          <ac:spMkLst>
            <pc:docMk/>
            <pc:sldMk cId="3337881670" sldId="1392"/>
            <ac:spMk id="212" creationId="{A5B44BCF-9015-47D7-E5CF-85B7C143CA9B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84"/>
          <ac:spMkLst>
            <pc:docMk/>
            <pc:sldMk cId="3337881670" sldId="1392"/>
            <ac:spMk id="214" creationId="{FC6E883D-B6DF-FB85-459D-53A063D594A6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83"/>
          <ac:spMkLst>
            <pc:docMk/>
            <pc:sldMk cId="3337881670" sldId="1392"/>
            <ac:spMk id="215" creationId="{582AF2C1-40F2-721B-6477-8D8D70E68415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82"/>
          <ac:spMkLst>
            <pc:docMk/>
            <pc:sldMk cId="3337881670" sldId="1392"/>
            <ac:spMk id="216" creationId="{4E30ECEA-9E55-3BE5-0698-7214F3CC870B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80"/>
          <ac:spMkLst>
            <pc:docMk/>
            <pc:sldMk cId="3337881670" sldId="1392"/>
            <ac:spMk id="217" creationId="{6DA07CCF-DE09-C2A5-CAA1-D0BC02E3010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81"/>
          <ac:spMkLst>
            <pc:docMk/>
            <pc:sldMk cId="3337881670" sldId="1392"/>
            <ac:spMk id="218" creationId="{8F038781-A9C6-2CA0-BEDB-917B2FBA6B6D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9"/>
          <ac:spMkLst>
            <pc:docMk/>
            <pc:sldMk cId="3337881670" sldId="1392"/>
            <ac:spMk id="219" creationId="{D8216627-C37A-3D00-9F58-19A22E4695D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7"/>
          <ac:spMkLst>
            <pc:docMk/>
            <pc:sldMk cId="3337881670" sldId="1392"/>
            <ac:spMk id="220" creationId="{88986D13-FC02-82EA-BE14-98F63AF42B0E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61" v="8"/>
          <ac:spMkLst>
            <pc:docMk/>
            <pc:sldMk cId="3337881670" sldId="1392"/>
            <ac:spMk id="221" creationId="{CF704F4A-AF29-E354-41EB-FF8B0DBADE24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8"/>
          <ac:spMkLst>
            <pc:docMk/>
            <pc:sldMk cId="3337881670" sldId="1392"/>
            <ac:spMk id="222" creationId="{15756611-31E3-9206-DC24-2A49301BA3B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5"/>
          <ac:spMkLst>
            <pc:docMk/>
            <pc:sldMk cId="3337881670" sldId="1392"/>
            <ac:spMk id="223" creationId="{2FB1F0BA-79E9-14EA-A183-7D7D4B4B474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61" v="7"/>
          <ac:spMkLst>
            <pc:docMk/>
            <pc:sldMk cId="3337881670" sldId="1392"/>
            <ac:spMk id="224" creationId="{FFE56A93-417D-C4CF-AD4A-8A621E866F9A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6"/>
          <ac:spMkLst>
            <pc:docMk/>
            <pc:sldMk cId="3337881670" sldId="1392"/>
            <ac:spMk id="225" creationId="{62A80450-E5DE-F7A5-8CBF-E72706A8FE5F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4"/>
          <ac:spMkLst>
            <pc:docMk/>
            <pc:sldMk cId="3337881670" sldId="1392"/>
            <ac:spMk id="226" creationId="{36E9EF10-E4E5-6079-4E97-4BD4CD506462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661" v="5"/>
          <ac:spMkLst>
            <pc:docMk/>
            <pc:sldMk cId="3337881670" sldId="1392"/>
            <ac:spMk id="238" creationId="{3F397B59-581C-D734-A575-7E5505BD96C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3"/>
          <ac:spMkLst>
            <pc:docMk/>
            <pc:sldMk cId="3337881670" sldId="1392"/>
            <ac:spMk id="255" creationId="{983DAA01-C13A-13CB-19C3-0D89C0BCE4D5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2"/>
          <ac:spMkLst>
            <pc:docMk/>
            <pc:sldMk cId="3337881670" sldId="1392"/>
            <ac:spMk id="256" creationId="{FDEE9C5F-FDA4-DC6F-9B9F-0A07D0EAFF58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1"/>
          <ac:spMkLst>
            <pc:docMk/>
            <pc:sldMk cId="3337881670" sldId="1392"/>
            <ac:spMk id="257" creationId="{A128E9F7-6E26-C202-6B33-28EA8A39F811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70"/>
          <ac:spMkLst>
            <pc:docMk/>
            <pc:sldMk cId="3337881670" sldId="1392"/>
            <ac:spMk id="258" creationId="{B8C5E90A-0F3B-0927-37B4-770549ADFA9E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9"/>
          <ac:spMkLst>
            <pc:docMk/>
            <pc:sldMk cId="3337881670" sldId="1392"/>
            <ac:spMk id="259" creationId="{F91E4508-2491-FA84-5097-21DC51C71DCC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8"/>
          <ac:spMkLst>
            <pc:docMk/>
            <pc:sldMk cId="3337881670" sldId="1392"/>
            <ac:spMk id="260" creationId="{CEAE5E0C-FC1D-06A3-6C29-AC2B6796D1C6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7"/>
          <ac:spMkLst>
            <pc:docMk/>
            <pc:sldMk cId="3337881670" sldId="1392"/>
            <ac:spMk id="261" creationId="{2EBA5793-07A5-0CCC-52F2-74B9BE9A0A6E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6"/>
          <ac:spMkLst>
            <pc:docMk/>
            <pc:sldMk cId="3337881670" sldId="1392"/>
            <ac:spMk id="262" creationId="{F72D386A-A677-5483-787C-C707312E9E6D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5"/>
          <ac:spMkLst>
            <pc:docMk/>
            <pc:sldMk cId="3337881670" sldId="1392"/>
            <ac:spMk id="263" creationId="{0B01227D-96E2-4D2A-43C7-40CBBBFD4913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4"/>
          <ac:spMkLst>
            <pc:docMk/>
            <pc:sldMk cId="3337881670" sldId="1392"/>
            <ac:spMk id="264" creationId="{72A9F023-68E8-CC6B-D203-448CCC2C89A7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3"/>
          <ac:spMkLst>
            <pc:docMk/>
            <pc:sldMk cId="3337881670" sldId="1392"/>
            <ac:spMk id="265" creationId="{E2917244-E0D1-BD9B-69A8-4EAD365774C8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2"/>
          <ac:spMkLst>
            <pc:docMk/>
            <pc:sldMk cId="3337881670" sldId="1392"/>
            <ac:spMk id="266" creationId="{0BC9A9D7-E841-D593-BDBD-3E718B47D8F4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1"/>
          <ac:spMkLst>
            <pc:docMk/>
            <pc:sldMk cId="3337881670" sldId="1392"/>
            <ac:spMk id="268" creationId="{C8C6549B-9A72-5F08-B9F0-9385ABA79E84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60"/>
          <ac:spMkLst>
            <pc:docMk/>
            <pc:sldMk cId="3337881670" sldId="1392"/>
            <ac:spMk id="270" creationId="{2E03B387-5965-4449-D39D-F08AFFA9F19E}"/>
          </ac:spMkLst>
        </pc:spChg>
        <pc:spChg chg="del">
          <ac:chgData name="Maharshi Divekar     /TECH_INT/IBANK/MUM" userId="S::90106339@icicibank.com::7c2bf31c-4ea2-4513-bc16-9540dae20e20" providerId="AD" clId="Web-{0635E774-CD36-8452-1975-B0893C85DB1A}" dt="2026-03-16T09:23:56.708" v="59"/>
          <ac:spMkLst>
            <pc:docMk/>
            <pc:sldMk cId="3337881670" sldId="1392"/>
            <ac:spMk id="271" creationId="{2870A371-9EA4-9579-6880-6018C480BBB3}"/>
          </ac:spMkLst>
        </pc:spChg>
        <pc:grpChg chg="add del mod">
          <ac:chgData name="Maharshi Divekar     /TECH_INT/IBANK/MUM" userId="S::90106339@icicibank.com::7c2bf31c-4ea2-4513-bc16-9540dae20e20" providerId="AD" clId="Web-{0635E774-CD36-8452-1975-B0893C85DB1A}" dt="2026-03-16T09:26:42.838" v="112"/>
          <ac:grpSpMkLst>
            <pc:docMk/>
            <pc:sldMk cId="3337881670" sldId="1392"/>
            <ac:grpSpMk id="20" creationId="{0CFEE3EC-5296-9F8E-5697-F0C8B6EA78D3}"/>
          </ac:grpSpMkLst>
        </pc:grpChg>
        <pc:grpChg chg="add del mod">
          <ac:chgData name="Maharshi Divekar     /TECH_INT/IBANK/MUM" userId="S::90106339@icicibank.com::7c2bf31c-4ea2-4513-bc16-9540dae20e20" providerId="AD" clId="Web-{0635E774-CD36-8452-1975-B0893C85DB1A}" dt="2026-03-16T09:25:33.476" v="103"/>
          <ac:grpSpMkLst>
            <pc:docMk/>
            <pc:sldMk cId="3337881670" sldId="1392"/>
            <ac:grpSpMk id="25" creationId="{BB36E493-5D39-CAA2-857D-465C407B3C63}"/>
          </ac:grpSpMkLst>
        </pc:grpChg>
        <pc:cxnChg chg="del">
          <ac:chgData name="Maharshi Divekar     /TECH_INT/IBANK/MUM" userId="S::90106339@icicibank.com::7c2bf31c-4ea2-4513-bc16-9540dae20e20" providerId="AD" clId="Web-{0635E774-CD36-8452-1975-B0893C85DB1A}" dt="2026-03-16T09:23:56.661" v="6"/>
          <ac:cxnSpMkLst>
            <pc:docMk/>
            <pc:sldMk cId="3337881670" sldId="1392"/>
            <ac:cxnSpMk id="232" creationId="{C389672B-D3FD-F9A8-0DCC-A5AB9AAE0E5C}"/>
          </ac:cxnSpMkLst>
        </pc:cxnChg>
      </pc:sldChg>
    </pc:docChg>
  </pc:docChgLst>
  <pc:docChgLst>
    <pc:chgData name="Maharshi Divekar     /TECH_INT/IBANK/MUM" userId="S::90106339@icicibank.com::7c2bf31c-4ea2-4513-bc16-9540dae20e20" providerId="AD" clId="Web-{024FEAA1-76F9-AE2D-FD9B-1679AF4BC9B5}"/>
    <pc:docChg chg="modSld">
      <pc:chgData name="Maharshi Divekar     /TECH_INT/IBANK/MUM" userId="S::90106339@icicibank.com::7c2bf31c-4ea2-4513-bc16-9540dae20e20" providerId="AD" clId="Web-{024FEAA1-76F9-AE2D-FD9B-1679AF4BC9B5}" dt="2026-03-17T05:47:50.191" v="54" actId="1076"/>
      <pc:docMkLst>
        <pc:docMk/>
      </pc:docMkLst>
      <pc:sldChg chg="modSp">
        <pc:chgData name="Maharshi Divekar     /TECH_INT/IBANK/MUM" userId="S::90106339@icicibank.com::7c2bf31c-4ea2-4513-bc16-9540dae20e20" providerId="AD" clId="Web-{024FEAA1-76F9-AE2D-FD9B-1679AF4BC9B5}" dt="2026-03-17T05:47:50.191" v="54" actId="1076"/>
        <pc:sldMkLst>
          <pc:docMk/>
          <pc:sldMk cId="1129952258" sldId="1394"/>
        </pc:sldMkLst>
        <pc:picChg chg="mod">
          <ac:chgData name="Maharshi Divekar     /TECH_INT/IBANK/MUM" userId="S::90106339@icicibank.com::7c2bf31c-4ea2-4513-bc16-9540dae20e20" providerId="AD" clId="Web-{024FEAA1-76F9-AE2D-FD9B-1679AF4BC9B5}" dt="2026-03-17T05:47:50.191" v="54" actId="1076"/>
          <ac:picMkLst>
            <pc:docMk/>
            <pc:sldMk cId="1129952258" sldId="1394"/>
            <ac:picMk id="2" creationId="{00000000-0000-0000-0000-000000000000}"/>
          </ac:picMkLst>
        </pc:picChg>
      </pc:sldChg>
      <pc:sldChg chg="addSp delSp modSp">
        <pc:chgData name="Maharshi Divekar     /TECH_INT/IBANK/MUM" userId="S::90106339@icicibank.com::7c2bf31c-4ea2-4513-bc16-9540dae20e20" providerId="AD" clId="Web-{024FEAA1-76F9-AE2D-FD9B-1679AF4BC9B5}" dt="2026-03-17T05:47:40.378" v="53"/>
        <pc:sldMkLst>
          <pc:docMk/>
          <pc:sldMk cId="611540084" sldId="1396"/>
        </pc:sldMkLst>
        <pc:spChg chg="mod">
          <ac:chgData name="Maharshi Divekar     /TECH_INT/IBANK/MUM" userId="S::90106339@icicibank.com::7c2bf31c-4ea2-4513-bc16-9540dae20e20" providerId="AD" clId="Web-{024FEAA1-76F9-AE2D-FD9B-1679AF4BC9B5}" dt="2026-03-17T05:42:16.909" v="16" actId="20577"/>
          <ac:spMkLst>
            <pc:docMk/>
            <pc:sldMk cId="611540084" sldId="1396"/>
            <ac:spMk id="2" creationId="{18DAE491-0A4A-6853-F93D-FA9165A23FE5}"/>
          </ac:spMkLst>
        </pc:spChg>
        <pc:spChg chg="mod">
          <ac:chgData name="Maharshi Divekar     /TECH_INT/IBANK/MUM" userId="S::90106339@icicibank.com::7c2bf31c-4ea2-4513-bc16-9540dae20e20" providerId="AD" clId="Web-{024FEAA1-76F9-AE2D-FD9B-1679AF4BC9B5}" dt="2026-03-17T05:41:20.377" v="5" actId="1076"/>
          <ac:spMkLst>
            <pc:docMk/>
            <pc:sldMk cId="611540084" sldId="1396"/>
            <ac:spMk id="6" creationId="{740AE468-1B2B-D9C2-48EB-32C128B647AD}"/>
          </ac:spMkLst>
        </pc:spChg>
        <pc:spChg chg="add mod">
          <ac:chgData name="Maharshi Divekar     /TECH_INT/IBANK/MUM" userId="S::90106339@icicibank.com::7c2bf31c-4ea2-4513-bc16-9540dae20e20" providerId="AD" clId="Web-{024FEAA1-76F9-AE2D-FD9B-1679AF4BC9B5}" dt="2026-03-17T05:46:59.831" v="51" actId="1076"/>
          <ac:spMkLst>
            <pc:docMk/>
            <pc:sldMk cId="611540084" sldId="1396"/>
            <ac:spMk id="11" creationId="{814C1548-6ADA-7676-D0DA-8A9F5EAFC976}"/>
          </ac:spMkLst>
        </pc:spChg>
        <pc:spChg chg="add del">
          <ac:chgData name="Maharshi Divekar     /TECH_INT/IBANK/MUM" userId="S::90106339@icicibank.com::7c2bf31c-4ea2-4513-bc16-9540dae20e20" providerId="AD" clId="Web-{024FEAA1-76F9-AE2D-FD9B-1679AF4BC9B5}" dt="2026-03-17T05:47:40.378" v="53"/>
          <ac:spMkLst>
            <pc:docMk/>
            <pc:sldMk cId="611540084" sldId="1396"/>
            <ac:spMk id="13" creationId="{137748F5-E7F3-6532-0EE6-92ABCC370607}"/>
          </ac:spMkLst>
        </pc:spChg>
        <pc:spChg chg="mod">
          <ac:chgData name="Maharshi Divekar     /TECH_INT/IBANK/MUM" userId="S::90106339@icicibank.com::7c2bf31c-4ea2-4513-bc16-9540dae20e20" providerId="AD" clId="Web-{024FEAA1-76F9-AE2D-FD9B-1679AF4BC9B5}" dt="2026-03-17T05:41:02.580" v="3" actId="1076"/>
          <ac:spMkLst>
            <pc:docMk/>
            <pc:sldMk cId="611540084" sldId="1396"/>
            <ac:spMk id="14" creationId="{16617B41-BEC6-837C-55CA-39FB3F74C11C}"/>
          </ac:spMkLst>
        </pc:spChg>
        <pc:spChg chg="del">
          <ac:chgData name="Maharshi Divekar     /TECH_INT/IBANK/MUM" userId="S::90106339@icicibank.com::7c2bf31c-4ea2-4513-bc16-9540dae20e20" providerId="AD" clId="Web-{024FEAA1-76F9-AE2D-FD9B-1679AF4BC9B5}" dt="2026-03-17T05:40:49.690" v="0"/>
          <ac:spMkLst>
            <pc:docMk/>
            <pc:sldMk cId="611540084" sldId="1396"/>
            <ac:spMk id="15" creationId="{5311ACF9-0628-F158-6771-D3B28BC71C2C}"/>
          </ac:spMkLst>
        </pc:spChg>
        <pc:cxnChg chg="add">
          <ac:chgData name="Maharshi Divekar     /TECH_INT/IBANK/MUM" userId="S::90106339@icicibank.com::7c2bf31c-4ea2-4513-bc16-9540dae20e20" providerId="AD" clId="Web-{024FEAA1-76F9-AE2D-FD9B-1679AF4BC9B5}" dt="2026-03-17T05:45:24.144" v="17"/>
          <ac:cxnSpMkLst>
            <pc:docMk/>
            <pc:sldMk cId="611540084" sldId="1396"/>
            <ac:cxnSpMk id="4" creationId="{040E6FE8-F5CE-C673-71EE-7C5B18068D16}"/>
          </ac:cxnSpMkLst>
        </pc:cxnChg>
        <pc:cxnChg chg="add mod">
          <ac:chgData name="Maharshi Divekar     /TECH_INT/IBANK/MUM" userId="S::90106339@icicibank.com::7c2bf31c-4ea2-4513-bc16-9540dae20e20" providerId="AD" clId="Web-{024FEAA1-76F9-AE2D-FD9B-1679AF4BC9B5}" dt="2026-03-17T05:45:36.144" v="19" actId="1076"/>
          <ac:cxnSpMkLst>
            <pc:docMk/>
            <pc:sldMk cId="611540084" sldId="1396"/>
            <ac:cxnSpMk id="10" creationId="{E030DD98-3564-E443-C406-4D13486D0340}"/>
          </ac:cxnSpMkLst>
        </pc:cxnChg>
        <pc:cxnChg chg="mod">
          <ac:chgData name="Maharshi Divekar     /TECH_INT/IBANK/MUM" userId="S::90106339@icicibank.com::7c2bf31c-4ea2-4513-bc16-9540dae20e20" providerId="AD" clId="Web-{024FEAA1-76F9-AE2D-FD9B-1679AF4BC9B5}" dt="2026-03-17T05:41:46.049" v="6" actId="14100"/>
          <ac:cxnSpMkLst>
            <pc:docMk/>
            <pc:sldMk cId="611540084" sldId="1396"/>
            <ac:cxnSpMk id="22" creationId="{C9F02C39-658E-9E70-6973-C573B03AD19D}"/>
          </ac:cxnSpMkLst>
        </pc:cxnChg>
        <pc:cxnChg chg="mod">
          <ac:chgData name="Maharshi Divekar     /TECH_INT/IBANK/MUM" userId="S::90106339@icicibank.com::7c2bf31c-4ea2-4513-bc16-9540dae20e20" providerId="AD" clId="Web-{024FEAA1-76F9-AE2D-FD9B-1679AF4BC9B5}" dt="2026-03-17T05:41:48.049" v="8" actId="1076"/>
          <ac:cxnSpMkLst>
            <pc:docMk/>
            <pc:sldMk cId="611540084" sldId="1396"/>
            <ac:cxnSpMk id="23" creationId="{45E2132A-0518-F317-4463-B3498D441051}"/>
          </ac:cxnSpMkLst>
        </pc:cxnChg>
      </pc:sldChg>
    </pc:docChg>
  </pc:docChgLst>
  <pc:docChgLst>
    <pc:chgData clId="Web-{859EE8EA-AFE2-550E-EA05-A67D8C49477D}"/>
    <pc:docChg chg="addSld modSld modSection">
      <pc:chgData name="" userId="" providerId="" clId="Web-{859EE8EA-AFE2-550E-EA05-A67D8C49477D}" dt="2026-03-17T05:24:05.476" v="37" actId="1076"/>
      <pc:docMkLst>
        <pc:docMk/>
      </pc:docMkLst>
      <pc:sldChg chg="addSp modSp add">
        <pc:chgData name="" userId="" providerId="" clId="Web-{859EE8EA-AFE2-550E-EA05-A67D8C49477D}" dt="2026-03-17T05:06:23.695" v="36" actId="1076"/>
        <pc:sldMkLst>
          <pc:docMk/>
          <pc:sldMk cId="1129952258" sldId="1394"/>
        </pc:sldMkLst>
        <pc:spChg chg="add mod">
          <ac:chgData name="" userId="" providerId="" clId="Web-{859EE8EA-AFE2-550E-EA05-A67D8C49477D}" dt="2026-03-17T05:04:17.054" v="2" actId="14100"/>
          <ac:spMkLst>
            <pc:docMk/>
            <pc:sldMk cId="1129952258" sldId="1394"/>
            <ac:spMk id="4" creationId="{C0F1D2DD-5645-EB96-12EE-AB9306392137}"/>
          </ac:spMkLst>
        </pc:spChg>
        <pc:spChg chg="add mod">
          <ac:chgData name="" userId="" providerId="" clId="Web-{859EE8EA-AFE2-550E-EA05-A67D8C49477D}" dt="2026-03-17T05:06:13.257" v="35" actId="1076"/>
          <ac:spMkLst>
            <pc:docMk/>
            <pc:sldMk cId="1129952258" sldId="1394"/>
            <ac:spMk id="6" creationId="{6392E122-5152-2192-F1CE-BD430CBB28DB}"/>
          </ac:spMkLst>
        </pc:spChg>
        <pc:picChg chg="mod">
          <ac:chgData name="" userId="" providerId="" clId="Web-{859EE8EA-AFE2-550E-EA05-A67D8C49477D}" dt="2026-03-17T05:06:23.695" v="36" actId="1076"/>
          <ac:picMkLst>
            <pc:docMk/>
            <pc:sldMk cId="1129952258" sldId="1394"/>
            <ac:picMk id="2" creationId="{00000000-0000-0000-0000-000000000000}"/>
          </ac:picMkLst>
        </pc:picChg>
      </pc:sldChg>
      <pc:sldChg chg="modSp">
        <pc:chgData name="" userId="" providerId="" clId="Web-{859EE8EA-AFE2-550E-EA05-A67D8C49477D}" dt="2026-03-17T05:24:05.476" v="37" actId="1076"/>
        <pc:sldMkLst>
          <pc:docMk/>
          <pc:sldMk cId="199648994" sldId="1395"/>
        </pc:sldMkLst>
        <pc:picChg chg="mod">
          <ac:chgData name="" userId="" providerId="" clId="Web-{859EE8EA-AFE2-550E-EA05-A67D8C49477D}" dt="2026-03-17T05:24:05.476" v="37" actId="1076"/>
          <ac:picMkLst>
            <pc:docMk/>
            <pc:sldMk cId="199648994" sldId="1395"/>
            <ac:picMk id="13" creationId="{FFFC9245-C92F-FE29-3DE4-0C2F82E1E213}"/>
          </ac:picMkLst>
        </pc:picChg>
      </pc:sldChg>
      <pc:sldMasterChg chg="addSldLayout">
        <pc:chgData name="" userId="" providerId="" clId="Web-{859EE8EA-AFE2-550E-EA05-A67D8C49477D}" dt="2026-03-17T05:03:37.257" v="0"/>
        <pc:sldMasterMkLst>
          <pc:docMk/>
          <pc:sldMasterMk cId="84804111" sldId="2147483683"/>
        </pc:sldMasterMkLst>
        <pc:sldLayoutChg chg="add">
          <pc:chgData name="" userId="" providerId="" clId="Web-{859EE8EA-AFE2-550E-EA05-A67D8C49477D}" dt="2026-03-17T05:03:37.257" v="0"/>
          <pc:sldLayoutMkLst>
            <pc:docMk/>
            <pc:sldMasterMk cId="84804111" sldId="2147483683"/>
            <pc:sldLayoutMk cId="3055942328" sldId="2147483721"/>
          </pc:sldLayoutMkLst>
        </pc:sldLayoutChg>
      </pc:sldMasterChg>
    </pc:docChg>
  </pc:docChgLst>
  <pc:docChgLst>
    <pc:chgData name="Rohini Pawar     /TECH_INT/IBANK/MUM" userId="S::90106322@icicibank.com::96425cf0-60c7-4a0e-ab20-00f8ab8d80d7" providerId="AD" clId="Web-{C95BB697-53A7-3F8D-9B51-75515BDC73C1}"/>
    <pc:docChg chg="addSld delSld modSld modSection">
      <pc:chgData name="Rohini Pawar     /TECH_INT/IBANK/MUM" userId="S::90106322@icicibank.com::96425cf0-60c7-4a0e-ab20-00f8ab8d80d7" providerId="AD" clId="Web-{C95BB697-53A7-3F8D-9B51-75515BDC73C1}" dt="2026-03-17T07:00:53.239" v="1140" actId="1076"/>
      <pc:docMkLst>
        <pc:docMk/>
      </pc:docMkLst>
      <pc:sldChg chg="addSp delSp modSp">
        <pc:chgData name="Rohini Pawar     /TECH_INT/IBANK/MUM" userId="S::90106322@icicibank.com::96425cf0-60c7-4a0e-ab20-00f8ab8d80d7" providerId="AD" clId="Web-{C95BB697-53A7-3F8D-9B51-75515BDC73C1}" dt="2026-03-17T06:16:09.207" v="737"/>
        <pc:sldMkLst>
          <pc:docMk/>
          <pc:sldMk cId="1129952258" sldId="1394"/>
        </pc:sldMkLst>
        <pc:spChg chg="add del mod">
          <ac:chgData name="Rohini Pawar     /TECH_INT/IBANK/MUM" userId="S::90106322@icicibank.com::96425cf0-60c7-4a0e-ab20-00f8ab8d80d7" providerId="AD" clId="Web-{C95BB697-53A7-3F8D-9B51-75515BDC73C1}" dt="2026-03-17T06:16:09.207" v="737"/>
          <ac:spMkLst>
            <pc:docMk/>
            <pc:sldMk cId="1129952258" sldId="1394"/>
            <ac:spMk id="5" creationId="{95575544-093F-366C-AE55-61249C167809}"/>
          </ac:spMkLst>
        </pc:spChg>
        <pc:picChg chg="mod">
          <ac:chgData name="Rohini Pawar     /TECH_INT/IBANK/MUM" userId="S::90106322@icicibank.com::96425cf0-60c7-4a0e-ab20-00f8ab8d80d7" providerId="AD" clId="Web-{C95BB697-53A7-3F8D-9B51-75515BDC73C1}" dt="2026-03-17T05:14:43.037" v="3" actId="1076"/>
          <ac:picMkLst>
            <pc:docMk/>
            <pc:sldMk cId="1129952258" sldId="1394"/>
            <ac:picMk id="2" creationId="{00000000-0000-0000-0000-000000000000}"/>
          </ac:picMkLst>
        </pc:picChg>
      </pc:sldChg>
      <pc:sldChg chg="addSp delSp modSp new">
        <pc:chgData name="Rohini Pawar     /TECH_INT/IBANK/MUM" userId="S::90106322@icicibank.com::96425cf0-60c7-4a0e-ab20-00f8ab8d80d7" providerId="AD" clId="Web-{C95BB697-53A7-3F8D-9B51-75515BDC73C1}" dt="2026-03-17T07:00:53.239" v="1140" actId="1076"/>
        <pc:sldMkLst>
          <pc:docMk/>
          <pc:sldMk cId="199648994" sldId="1395"/>
        </pc:sldMkLst>
        <pc:spChg chg="del">
          <ac:chgData name="Rohini Pawar     /TECH_INT/IBANK/MUM" userId="S::90106322@icicibank.com::96425cf0-60c7-4a0e-ab20-00f8ab8d80d7" providerId="AD" clId="Web-{C95BB697-53A7-3F8D-9B51-75515BDC73C1}" dt="2026-03-17T05:19:40.518" v="66"/>
          <ac:spMkLst>
            <pc:docMk/>
            <pc:sldMk cId="199648994" sldId="1395"/>
            <ac:spMk id="2" creationId="{3BD7F3AC-2D59-C5C8-2B8A-994C07952DF5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45:15.825" v="1082" actId="14100"/>
          <ac:spMkLst>
            <pc:docMk/>
            <pc:sldMk cId="199648994" sldId="1395"/>
            <ac:spMk id="3" creationId="{4C2231AB-5A8D-6978-6AA6-1ADF197042FF}"/>
          </ac:spMkLst>
        </pc:spChg>
        <pc:spChg chg="del">
          <ac:chgData name="Rohini Pawar     /TECH_INT/IBANK/MUM" userId="S::90106322@icicibank.com::96425cf0-60c7-4a0e-ab20-00f8ab8d80d7" providerId="AD" clId="Web-{C95BB697-53A7-3F8D-9B51-75515BDC73C1}" dt="2026-03-17T06:23:15.892" v="863"/>
          <ac:spMkLst>
            <pc:docMk/>
            <pc:sldMk cId="199648994" sldId="1395"/>
            <ac:spMk id="3" creationId="{B44798DC-AB60-65C3-DA54-2BFC620D84E6}"/>
          </ac:spMkLst>
        </pc:spChg>
        <pc:spChg chg="add">
          <ac:chgData name="Rohini Pawar     /TECH_INT/IBANK/MUM" userId="S::90106322@icicibank.com::96425cf0-60c7-4a0e-ab20-00f8ab8d80d7" providerId="AD" clId="Web-{C95BB697-53A7-3F8D-9B51-75515BDC73C1}" dt="2026-03-17T05:16:05.823" v="5"/>
          <ac:spMkLst>
            <pc:docMk/>
            <pc:sldMk cId="199648994" sldId="1395"/>
            <ac:spMk id="5" creationId="{67CC99BA-B7DA-D1B9-4DF1-C9C92D8AC0ED}"/>
          </ac:spMkLst>
        </pc:spChg>
        <pc:spChg chg="add">
          <ac:chgData name="Rohini Pawar     /TECH_INT/IBANK/MUM" userId="S::90106322@icicibank.com::96425cf0-60c7-4a0e-ab20-00f8ab8d80d7" providerId="AD" clId="Web-{C95BB697-53A7-3F8D-9B51-75515BDC73C1}" dt="2026-03-17T05:16:05.839" v="6"/>
          <ac:spMkLst>
            <pc:docMk/>
            <pc:sldMk cId="199648994" sldId="1395"/>
            <ac:spMk id="7" creationId="{07EAB419-C469-BFE2-8686-73077440DA5E}"/>
          </ac:spMkLst>
        </pc:spChg>
        <pc:spChg chg="add mod ord">
          <ac:chgData name="Rohini Pawar     /TECH_INT/IBANK/MUM" userId="S::90106322@icicibank.com::96425cf0-60c7-4a0e-ab20-00f8ab8d80d7" providerId="AD" clId="Web-{C95BB697-53A7-3F8D-9B51-75515BDC73C1}" dt="2026-03-17T05:46:36.889" v="263" actId="20577"/>
          <ac:spMkLst>
            <pc:docMk/>
            <pc:sldMk cId="199648994" sldId="1395"/>
            <ac:spMk id="9" creationId="{25BFAAC8-29A4-24DF-3FD5-40A038CDB9A4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17:10.326" v="10"/>
          <ac:spMkLst>
            <pc:docMk/>
            <pc:sldMk cId="199648994" sldId="1395"/>
            <ac:spMk id="11" creationId="{069F5CED-4C0D-FF6C-E730-69C1D7BA968B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45:21.544" v="1083" actId="14100"/>
          <ac:spMkLst>
            <pc:docMk/>
            <pc:sldMk cId="199648994" sldId="1395"/>
            <ac:spMk id="12" creationId="{0EC2074B-0578-C162-E0AE-C92D8E56237F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7:00:53.239" v="1140" actId="1076"/>
          <ac:spMkLst>
            <pc:docMk/>
            <pc:sldMk cId="199648994" sldId="1395"/>
            <ac:spMk id="13" creationId="{18DB1A8D-BB3B-93AD-B112-3E61EA0D63AA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24:19.182" v="83"/>
          <ac:spMkLst>
            <pc:docMk/>
            <pc:sldMk cId="199648994" sldId="1395"/>
            <ac:spMk id="14" creationId="{D195824A-6E79-6B67-9008-40F4E824D355}"/>
          </ac:spMkLst>
        </pc:spChg>
        <pc:spChg chg="add mod ord">
          <ac:chgData name="Rohini Pawar     /TECH_INT/IBANK/MUM" userId="S::90106322@icicibank.com::96425cf0-60c7-4a0e-ab20-00f8ab8d80d7" providerId="AD" clId="Web-{C95BB697-53A7-3F8D-9B51-75515BDC73C1}" dt="2026-03-17T05:35:21.002" v="139"/>
          <ac:spMkLst>
            <pc:docMk/>
            <pc:sldMk cId="199648994" sldId="1395"/>
            <ac:spMk id="15" creationId="{993558DE-FBF2-05EE-59F7-4A5D1F4B697E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25:32.105" v="91"/>
          <ac:spMkLst>
            <pc:docMk/>
            <pc:sldMk cId="199648994" sldId="1395"/>
            <ac:spMk id="16" creationId="{23A6FCA6-493D-EB9F-F6F3-3019FB6B6943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09:31.496" v="396" actId="14100"/>
          <ac:spMkLst>
            <pc:docMk/>
            <pc:sldMk cId="199648994" sldId="1395"/>
            <ac:spMk id="17" creationId="{40E8A8FA-99ED-CE5E-9188-3D80687F4227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45:25.966" v="1084" actId="14100"/>
          <ac:spMkLst>
            <pc:docMk/>
            <pc:sldMk cId="199648994" sldId="1395"/>
            <ac:spMk id="20" creationId="{39C6DA37-854D-8F71-A954-A09D5BE7E767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5:36:01.002" v="146" actId="1076"/>
          <ac:spMkLst>
            <pc:docMk/>
            <pc:sldMk cId="199648994" sldId="1395"/>
            <ac:spMk id="20" creationId="{4DF2EC9D-9372-CDE3-1AC7-46E0A9CF9B79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51:48.092" v="1135" actId="1076"/>
          <ac:spMkLst>
            <pc:docMk/>
            <pc:sldMk cId="199648994" sldId="1395"/>
            <ac:spMk id="21" creationId="{17A1FA9A-F4EF-02E8-4A01-465950243092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5:34:23.658" v="136"/>
          <ac:spMkLst>
            <pc:docMk/>
            <pc:sldMk cId="199648994" sldId="1395"/>
            <ac:spMk id="22" creationId="{90D8C165-1C5E-8F09-8CB3-9573A04E5CEF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5:35:57.096" v="144" actId="14100"/>
          <ac:spMkLst>
            <pc:docMk/>
            <pc:sldMk cId="199648994" sldId="1395"/>
            <ac:spMk id="23" creationId="{D49D0BDE-0E26-102C-256B-5BB1895A9261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19:41.856" v="755" actId="1076"/>
          <ac:spMkLst>
            <pc:docMk/>
            <pc:sldMk cId="199648994" sldId="1395"/>
            <ac:spMk id="25" creationId="{F6FB7F41-16F9-2FF0-0517-5E5C5018D206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42:49.614" v="242"/>
          <ac:spMkLst>
            <pc:docMk/>
            <pc:sldMk cId="199648994" sldId="1395"/>
            <ac:spMk id="26" creationId="{BAF7E049-A081-E503-1D76-4AC5BDBEF3E2}"/>
          </ac:spMkLst>
        </pc:spChg>
        <pc:spChg chg="add del mod">
          <ac:chgData name="Rohini Pawar     /TECH_INT/IBANK/MUM" userId="S::90106322@icicibank.com::96425cf0-60c7-4a0e-ab20-00f8ab8d80d7" providerId="AD" clId="Web-{C95BB697-53A7-3F8D-9B51-75515BDC73C1}" dt="2026-03-17T05:43:03.724" v="243" actId="1076"/>
          <ac:spMkLst>
            <pc:docMk/>
            <pc:sldMk cId="199648994" sldId="1395"/>
            <ac:spMk id="27" creationId="{48290B0E-EE06-D9C0-C468-6041548AC126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41:37.500" v="200"/>
          <ac:spMkLst>
            <pc:docMk/>
            <pc:sldMk cId="199648994" sldId="1395"/>
            <ac:spMk id="28" creationId="{EBC5BCD1-E836-C4AA-388E-9A8DBFD8488C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42:49.614" v="241"/>
          <ac:spMkLst>
            <pc:docMk/>
            <pc:sldMk cId="199648994" sldId="1395"/>
            <ac:spMk id="29" creationId="{7768F76A-7BE8-EB8B-5EEB-9CBEF6C8A0F7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5:42:49.567" v="240"/>
          <ac:spMkLst>
            <pc:docMk/>
            <pc:sldMk cId="199648994" sldId="1395"/>
            <ac:spMk id="30" creationId="{EF02DF83-D9A9-A095-AB52-707AF2459E20}"/>
          </ac:spMkLst>
        </pc:spChg>
        <pc:spChg chg="add del mod">
          <ac:chgData name="Rohini Pawar     /TECH_INT/IBANK/MUM" userId="S::90106322@icicibank.com::96425cf0-60c7-4a0e-ab20-00f8ab8d80d7" providerId="AD" clId="Web-{C95BB697-53A7-3F8D-9B51-75515BDC73C1}" dt="2026-03-17T05:42:49.567" v="239"/>
          <ac:spMkLst>
            <pc:docMk/>
            <pc:sldMk cId="199648994" sldId="1395"/>
            <ac:spMk id="31" creationId="{F051D7E4-7E76-DD10-E786-8FA52C585AD7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7:14.411" v="951" actId="20577"/>
          <ac:spMkLst>
            <pc:docMk/>
            <pc:sldMk cId="199648994" sldId="1395"/>
            <ac:spMk id="32" creationId="{A66D7727-FF30-F0D9-2D56-0EAEE0FFF1CB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50:41.592" v="1127"/>
          <ac:spMkLst>
            <pc:docMk/>
            <pc:sldMk cId="199648994" sldId="1395"/>
            <ac:spMk id="33" creationId="{91447E50-AE0F-ED5A-815F-4A305BF2EBB8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50:41.592" v="1128"/>
          <ac:spMkLst>
            <pc:docMk/>
            <pc:sldMk cId="199648994" sldId="1395"/>
            <ac:spMk id="35" creationId="{2C6A8BF5-1277-02D5-934A-219365F0E4FC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03.029" v="986" actId="1076"/>
          <ac:spMkLst>
            <pc:docMk/>
            <pc:sldMk cId="199648994" sldId="1395"/>
            <ac:spMk id="36" creationId="{4403DDCD-BE22-B685-CBEB-73C9F054082F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36.204" v="992" actId="1076"/>
          <ac:spMkLst>
            <pc:docMk/>
            <pc:sldMk cId="199648994" sldId="1395"/>
            <ac:spMk id="37" creationId="{8BEEFF32-A5A6-74B1-0D35-8D7AE8009181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7:50.083" v="955" actId="1076"/>
          <ac:spMkLst>
            <pc:docMk/>
            <pc:sldMk cId="199648994" sldId="1395"/>
            <ac:spMk id="38" creationId="{EBC39AB0-119D-BC15-655A-8C97E146B6DC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9:56.919" v="983" actId="1076"/>
          <ac:spMkLst>
            <pc:docMk/>
            <pc:sldMk cId="199648994" sldId="1395"/>
            <ac:spMk id="39" creationId="{4A27AD77-6DED-324E-EB70-16B905A5E9FD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7:50.130" v="957" actId="1076"/>
          <ac:spMkLst>
            <pc:docMk/>
            <pc:sldMk cId="199648994" sldId="1395"/>
            <ac:spMk id="40" creationId="{FBA1283D-F8DB-5FA5-AD8D-8C57DEF34A94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9:49.809" v="980" actId="1076"/>
          <ac:spMkLst>
            <pc:docMk/>
            <pc:sldMk cId="199648994" sldId="1395"/>
            <ac:spMk id="41" creationId="{FA231D42-35C4-41C4-CE7B-D1DD77912395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03.045" v="987" actId="1076"/>
          <ac:spMkLst>
            <pc:docMk/>
            <pc:sldMk cId="199648994" sldId="1395"/>
            <ac:spMk id="42" creationId="{9CC9FFFC-303B-CF11-20E6-28462C2BA94A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29.813" v="991" actId="1076"/>
          <ac:spMkLst>
            <pc:docMk/>
            <pc:sldMk cId="199648994" sldId="1395"/>
            <ac:spMk id="43" creationId="{DC95A779-6246-692E-EEFF-A67CD68D4BF9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50:41.592" v="1129"/>
          <ac:spMkLst>
            <pc:docMk/>
            <pc:sldMk cId="199648994" sldId="1395"/>
            <ac:spMk id="44" creationId="{044B36B9-7525-EBDD-6919-1361A1B44928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6:09:50.996" v="408"/>
          <ac:spMkLst>
            <pc:docMk/>
            <pc:sldMk cId="199648994" sldId="1395"/>
            <ac:spMk id="44" creationId="{99981025-AF2E-303C-97BC-ED7B52EA8B8B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6:09:50.996" v="407"/>
          <ac:spMkLst>
            <pc:docMk/>
            <pc:sldMk cId="199648994" sldId="1395"/>
            <ac:spMk id="45" creationId="{C80F38AF-46CF-0556-6A37-4438656488D2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50:41.670" v="1130"/>
          <ac:spMkLst>
            <pc:docMk/>
            <pc:sldMk cId="199648994" sldId="1395"/>
            <ac:spMk id="45" creationId="{E191CDDF-903C-05DB-48CB-25C33E70211E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6:09:50.996" v="406"/>
          <ac:spMkLst>
            <pc:docMk/>
            <pc:sldMk cId="199648994" sldId="1395"/>
            <ac:spMk id="46" creationId="{2798D119-EA58-187E-8D3E-C9731C50BBA5}"/>
          </ac:spMkLst>
        </pc:spChg>
        <pc:spChg chg="add del">
          <ac:chgData name="Rohini Pawar     /TECH_INT/IBANK/MUM" userId="S::90106322@icicibank.com::96425cf0-60c7-4a0e-ab20-00f8ab8d80d7" providerId="AD" clId="Web-{C95BB697-53A7-3F8D-9B51-75515BDC73C1}" dt="2026-03-17T06:09:50.996" v="405"/>
          <ac:spMkLst>
            <pc:docMk/>
            <pc:sldMk cId="199648994" sldId="1395"/>
            <ac:spMk id="47" creationId="{7BD07A35-FD3C-920F-9E30-9BFF0A8AF3AA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08.842" v="988" actId="1076"/>
          <ac:spMkLst>
            <pc:docMk/>
            <pc:sldMk cId="199648994" sldId="1395"/>
            <ac:spMk id="48" creationId="{2D081D94-05C9-0D3C-E58E-B55335976B32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8:05.052" v="969" actId="1076"/>
          <ac:spMkLst>
            <pc:docMk/>
            <pc:sldMk cId="199648994" sldId="1395"/>
            <ac:spMk id="49" creationId="{AE2F7644-CCFF-4571-BD45-6C7ED4220B56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18.656" v="989" actId="1076"/>
          <ac:spMkLst>
            <pc:docMk/>
            <pc:sldMk cId="199648994" sldId="1395"/>
            <ac:spMk id="50" creationId="{392F2978-F16E-C603-6E75-2FD4CE620F39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9:49.856" v="982" actId="1076"/>
          <ac:spMkLst>
            <pc:docMk/>
            <pc:sldMk cId="199648994" sldId="1395"/>
            <ac:spMk id="51" creationId="{D04E261F-5486-B16C-B1FC-86FB987DF5D7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0:23.547" v="990" actId="1076"/>
          <ac:spMkLst>
            <pc:docMk/>
            <pc:sldMk cId="199648994" sldId="1395"/>
            <ac:spMk id="52" creationId="{A8847181-FF3C-A4E1-B0C8-FA4320F6DA36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8:15.083" v="971" actId="1076"/>
          <ac:spMkLst>
            <pc:docMk/>
            <pc:sldMk cId="199648994" sldId="1395"/>
            <ac:spMk id="53" creationId="{8F850075-FA31-1F10-5265-B0E5208FB850}"/>
          </ac:spMkLst>
        </pc:spChg>
        <pc:spChg chg="add del mod">
          <ac:chgData name="Rohini Pawar     /TECH_INT/IBANK/MUM" userId="S::90106322@icicibank.com::96425cf0-60c7-4a0e-ab20-00f8ab8d80d7" providerId="AD" clId="Web-{C95BB697-53A7-3F8D-9B51-75515BDC73C1}" dt="2026-03-17T06:23:15.892" v="862"/>
          <ac:spMkLst>
            <pc:docMk/>
            <pc:sldMk cId="199648994" sldId="1395"/>
            <ac:spMk id="55" creationId="{62BC3A32-E7C9-061B-A955-2727769A3A20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7:26.989" v="952" actId="1076"/>
          <ac:spMkLst>
            <pc:docMk/>
            <pc:sldMk cId="199648994" sldId="1395"/>
            <ac:spMk id="57" creationId="{089691E2-DD3F-A483-EBE3-4B15FB601D3C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6:56.676" v="944" actId="1076"/>
          <ac:spMkLst>
            <pc:docMk/>
            <pc:sldMk cId="199648994" sldId="1395"/>
            <ac:spMk id="59" creationId="{858E367E-B531-FF7C-DBB7-ADC351E55E5C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7:06.817" v="946" actId="1076"/>
          <ac:spMkLst>
            <pc:docMk/>
            <pc:sldMk cId="199648994" sldId="1395"/>
            <ac:spMk id="61" creationId="{DC6992BB-FA50-DC2B-2457-3AD537243431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7:00.707" v="945" actId="1076"/>
          <ac:spMkLst>
            <pc:docMk/>
            <pc:sldMk cId="199648994" sldId="1395"/>
            <ac:spMk id="63" creationId="{77136089-1262-DA82-D40C-8C768264281B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6:37.926" v="941" actId="1076"/>
          <ac:spMkLst>
            <pc:docMk/>
            <pc:sldMk cId="199648994" sldId="1395"/>
            <ac:spMk id="65" creationId="{F60DB462-025B-E36B-6E8F-D72636FBA5DC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6:44.770" v="942" actId="1076"/>
          <ac:spMkLst>
            <pc:docMk/>
            <pc:sldMk cId="199648994" sldId="1395"/>
            <ac:spMk id="67" creationId="{0EE20B4B-B9B3-F8DA-925D-47FD25171420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26:53.676" v="943" actId="1076"/>
          <ac:spMkLst>
            <pc:docMk/>
            <pc:sldMk cId="199648994" sldId="1395"/>
            <ac:spMk id="69" creationId="{C00AC6ED-5289-5093-D0EC-3D564A65178B}"/>
          </ac:spMkLst>
        </pc:spChg>
        <pc:spChg chg="add mod">
          <ac:chgData name="Rohini Pawar     /TECH_INT/IBANK/MUM" userId="S::90106322@icicibank.com::96425cf0-60c7-4a0e-ab20-00f8ab8d80d7" providerId="AD" clId="Web-{C95BB697-53A7-3F8D-9B51-75515BDC73C1}" dt="2026-03-17T06:31:18.989" v="995"/>
          <ac:spMkLst>
            <pc:docMk/>
            <pc:sldMk cId="199648994" sldId="1395"/>
            <ac:spMk id="76" creationId="{72A09DEA-C9AD-9F7F-0A1C-2A425C44D23F}"/>
          </ac:spMkLst>
        </pc:spChg>
        <pc:spChg chg="mod">
          <ac:chgData name="Rohini Pawar     /TECH_INT/IBANK/MUM" userId="S::90106322@icicibank.com::96425cf0-60c7-4a0e-ab20-00f8ab8d80d7" providerId="AD" clId="Web-{C95BB697-53A7-3F8D-9B51-75515BDC73C1}" dt="2026-03-17T06:51:30.201" v="1132" actId="14100"/>
          <ac:spMkLst>
            <pc:docMk/>
            <pc:sldMk cId="199648994" sldId="1395"/>
            <ac:spMk id="92" creationId="{23B442CE-028C-D45B-C8E9-60323EDDF394}"/>
          </ac:spMkLst>
        </pc:spChg>
        <pc:grpChg chg="add mod">
          <ac:chgData name="Rohini Pawar     /TECH_INT/IBANK/MUM" userId="S::90106322@icicibank.com::96425cf0-60c7-4a0e-ab20-00f8ab8d80d7" providerId="AD" clId="Web-{C95BB697-53A7-3F8D-9B51-75515BDC73C1}" dt="2026-03-17T06:47:06.169" v="1111" actId="14100"/>
          <ac:grpSpMkLst>
            <pc:docMk/>
            <pc:sldMk cId="199648994" sldId="1395"/>
            <ac:grpSpMk id="82" creationId="{F7D266CE-5286-4B5B-8134-CDCF997EC6F1}"/>
          </ac:grpSpMkLst>
        </pc:grpChg>
        <pc:picChg chg="add del mod ord modCrop">
          <ac:chgData name="Rohini Pawar     /TECH_INT/IBANK/MUM" userId="S::90106322@icicibank.com::96425cf0-60c7-4a0e-ab20-00f8ab8d80d7" providerId="AD" clId="Web-{C95BB697-53A7-3F8D-9B51-75515BDC73C1}" dt="2026-03-17T06:22:06.109" v="825" actId="1076"/>
          <ac:picMkLst>
            <pc:docMk/>
            <pc:sldMk cId="199648994" sldId="1395"/>
            <ac:picMk id="13" creationId="{FFFC9245-C92F-FE29-3DE4-0C2F82E1E213}"/>
          </ac:picMkLst>
        </pc:picChg>
        <pc:picChg chg="add del">
          <ac:chgData name="Rohini Pawar     /TECH_INT/IBANK/MUM" userId="S::90106322@icicibank.com::96425cf0-60c7-4a0e-ab20-00f8ab8d80d7" providerId="AD" clId="Web-{C95BB697-53A7-3F8D-9B51-75515BDC73C1}" dt="2026-03-17T05:25:45.433" v="94"/>
          <ac:picMkLst>
            <pc:docMk/>
            <pc:sldMk cId="199648994" sldId="1395"/>
            <ac:picMk id="19" creationId="{007598A8-086E-C24E-DE98-4C0689411BC2}"/>
          </ac:picMkLst>
        </pc:picChg>
        <pc:picChg chg="add del mod modCrop">
          <ac:chgData name="Rohini Pawar     /TECH_INT/IBANK/MUM" userId="S::90106322@icicibank.com::96425cf0-60c7-4a0e-ab20-00f8ab8d80d7" providerId="AD" clId="Web-{C95BB697-53A7-3F8D-9B51-75515BDC73C1}" dt="2026-03-17T06:12:04.969" v="544"/>
          <ac:picMkLst>
            <pc:docMk/>
            <pc:sldMk cId="199648994" sldId="1395"/>
            <ac:picMk id="33" creationId="{58952E01-B11E-7982-CF29-FEE510EF4374}"/>
          </ac:picMkLst>
        </pc:picChg>
        <pc:picChg chg="add del mod">
          <ac:chgData name="Rohini Pawar     /TECH_INT/IBANK/MUM" userId="S::90106322@icicibank.com::96425cf0-60c7-4a0e-ab20-00f8ab8d80d7" providerId="AD" clId="Web-{C95BB697-53A7-3F8D-9B51-75515BDC73C1}" dt="2026-03-17T05:47:27.719" v="265"/>
          <ac:picMkLst>
            <pc:docMk/>
            <pc:sldMk cId="199648994" sldId="1395"/>
            <ac:picMk id="34" creationId="{B5B5E704-3249-9678-BA62-A5E6EF3987F2}"/>
          </ac:picMkLst>
        </pc:picChg>
        <pc:picChg chg="add mod">
          <ac:chgData name="Rohini Pawar     /TECH_INT/IBANK/MUM" userId="S::90106322@icicibank.com::96425cf0-60c7-4a0e-ab20-00f8ab8d80d7" providerId="AD" clId="Web-{C95BB697-53A7-3F8D-9B51-75515BDC73C1}" dt="2026-03-17T06:22:24.625" v="826" actId="1076"/>
          <ac:picMkLst>
            <pc:docMk/>
            <pc:sldMk cId="199648994" sldId="1395"/>
            <ac:picMk id="35" creationId="{E52E615A-60BC-FE3A-A2FE-5377AA7D3A57}"/>
          </ac:picMkLst>
        </pc:picChg>
        <pc:picChg chg="mod">
          <ac:chgData name="Rohini Pawar     /TECH_INT/IBANK/MUM" userId="S::90106322@icicibank.com::96425cf0-60c7-4a0e-ab20-00f8ab8d80d7" providerId="AD" clId="Web-{C95BB697-53A7-3F8D-9B51-75515BDC73C1}" dt="2026-03-17T06:46:01.294" v="1093" actId="14100"/>
          <ac:picMkLst>
            <pc:docMk/>
            <pc:sldMk cId="199648994" sldId="1395"/>
            <ac:picMk id="46" creationId="{99084104-C6DD-E5D7-7D65-420E673A004C}"/>
          </ac:picMkLst>
        </pc:picChg>
        <pc:picChg chg="mod">
          <ac:chgData name="Rohini Pawar     /TECH_INT/IBANK/MUM" userId="S::90106322@icicibank.com::96425cf0-60c7-4a0e-ab20-00f8ab8d80d7" providerId="AD" clId="Web-{C95BB697-53A7-3F8D-9B51-75515BDC73C1}" dt="2026-03-17T06:46:12.481" v="1095" actId="1076"/>
          <ac:picMkLst>
            <pc:docMk/>
            <pc:sldMk cId="199648994" sldId="1395"/>
            <ac:picMk id="47" creationId="{CB6813A7-D64A-3357-5446-E2382EF37F4A}"/>
          </ac:picMkLst>
        </pc:picChg>
        <pc:picChg chg="mod">
          <ac:chgData name="Rohini Pawar     /TECH_INT/IBANK/MUM" userId="S::90106322@icicibank.com::96425cf0-60c7-4a0e-ab20-00f8ab8d80d7" providerId="AD" clId="Web-{C95BB697-53A7-3F8D-9B51-75515BDC73C1}" dt="2026-03-17T06:46:26.966" v="1097" actId="1076"/>
          <ac:picMkLst>
            <pc:docMk/>
            <pc:sldMk cId="199648994" sldId="1395"/>
            <ac:picMk id="55" creationId="{EBC096C8-8056-1DDF-E175-C57B91B0CC6C}"/>
          </ac:picMkLst>
        </pc:picChg>
        <pc:picChg chg="mod">
          <ac:chgData name="Rohini Pawar     /TECH_INT/IBANK/MUM" userId="S::90106322@icicibank.com::96425cf0-60c7-4a0e-ab20-00f8ab8d80d7" providerId="AD" clId="Web-{C95BB697-53A7-3F8D-9B51-75515BDC73C1}" dt="2026-03-17T06:47:44.482" v="1117" actId="1076"/>
          <ac:picMkLst>
            <pc:docMk/>
            <pc:sldMk cId="199648994" sldId="1395"/>
            <ac:picMk id="80" creationId="{477BA8DA-7205-3E98-243B-50FFA8403E24}"/>
          </ac:picMkLst>
        </pc:picChg>
        <pc:cxnChg chg="mod">
          <ac:chgData name="Rohini Pawar     /TECH_INT/IBANK/MUM" userId="S::90106322@icicibank.com::96425cf0-60c7-4a0e-ab20-00f8ab8d80d7" providerId="AD" clId="Web-{C95BB697-53A7-3F8D-9B51-75515BDC73C1}" dt="2026-03-17T06:46:27.044" v="1098" actId="1076"/>
          <ac:cxnSpMkLst>
            <pc:docMk/>
            <pc:sldMk cId="199648994" sldId="1395"/>
            <ac:cxnSpMk id="60" creationId="{442F8A24-43C3-316C-A043-25F9BD46442F}"/>
          </ac:cxnSpMkLst>
        </pc:cxnChg>
        <pc:cxnChg chg="mod">
          <ac:chgData name="Rohini Pawar     /TECH_INT/IBANK/MUM" userId="S::90106322@icicibank.com::96425cf0-60c7-4a0e-ab20-00f8ab8d80d7" providerId="AD" clId="Web-{C95BB697-53A7-3F8D-9B51-75515BDC73C1}" dt="2026-03-17T06:46:27.106" v="1099" actId="1076"/>
          <ac:cxnSpMkLst>
            <pc:docMk/>
            <pc:sldMk cId="199648994" sldId="1395"/>
            <ac:cxnSpMk id="64" creationId="{125EA312-4FC2-2450-BF90-ED833E45455B}"/>
          </ac:cxnSpMkLst>
        </pc:cxnChg>
        <pc:cxnChg chg="mod">
          <ac:chgData name="Rohini Pawar     /TECH_INT/IBANK/MUM" userId="S::90106322@icicibank.com::96425cf0-60c7-4a0e-ab20-00f8ab8d80d7" providerId="AD" clId="Web-{C95BB697-53A7-3F8D-9B51-75515BDC73C1}" dt="2026-03-17T06:46:27.185" v="1100" actId="1076"/>
          <ac:cxnSpMkLst>
            <pc:docMk/>
            <pc:sldMk cId="199648994" sldId="1395"/>
            <ac:cxnSpMk id="68" creationId="{E5747352-62B6-0D3F-D736-EBC21A41505B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25:11.628" v="884" actId="14100"/>
          <ac:cxnSpMkLst>
            <pc:docMk/>
            <pc:sldMk cId="199648994" sldId="1395"/>
            <ac:cxnSpMk id="71" creationId="{CB97FB85-9107-CC7C-E0A5-DA08CEC58D7A}"/>
          </ac:cxnSpMkLst>
        </pc:cxnChg>
        <pc:cxnChg chg="mod">
          <ac:chgData name="Rohini Pawar     /TECH_INT/IBANK/MUM" userId="S::90106322@icicibank.com::96425cf0-60c7-4a0e-ab20-00f8ab8d80d7" providerId="AD" clId="Web-{C95BB697-53A7-3F8D-9B51-75515BDC73C1}" dt="2026-03-17T06:46:27.263" v="1101" actId="1076"/>
          <ac:cxnSpMkLst>
            <pc:docMk/>
            <pc:sldMk cId="199648994" sldId="1395"/>
            <ac:cxnSpMk id="72" creationId="{06C39E26-9ED1-565A-CDD7-78CE7543E5D7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24:33.143" v="876" actId="1076"/>
          <ac:cxnSpMkLst>
            <pc:docMk/>
            <pc:sldMk cId="199648994" sldId="1395"/>
            <ac:cxnSpMk id="73" creationId="{0487EB9F-D85C-72F1-4C78-54FCA688638C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25:02.831" v="882" actId="1076"/>
          <ac:cxnSpMkLst>
            <pc:docMk/>
            <pc:sldMk cId="199648994" sldId="1395"/>
            <ac:cxnSpMk id="74" creationId="{4E044ECA-B5E7-5F26-0BAF-281A8B570E27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25:05.675" v="883" actId="1076"/>
          <ac:cxnSpMkLst>
            <pc:docMk/>
            <pc:sldMk cId="199648994" sldId="1395"/>
            <ac:cxnSpMk id="75" creationId="{8081D11E-8C54-C47E-2208-DBD59D12F59F}"/>
          </ac:cxnSpMkLst>
        </pc:cxnChg>
        <pc:cxnChg chg="mod">
          <ac:chgData name="Rohini Pawar     /TECH_INT/IBANK/MUM" userId="S::90106322@icicibank.com::96425cf0-60c7-4a0e-ab20-00f8ab8d80d7" providerId="AD" clId="Web-{C95BB697-53A7-3F8D-9B51-75515BDC73C1}" dt="2026-03-17T06:46:27.325" v="1102" actId="1076"/>
          <ac:cxnSpMkLst>
            <pc:docMk/>
            <pc:sldMk cId="199648994" sldId="1395"/>
            <ac:cxnSpMk id="76" creationId="{774CF598-41B5-3420-6B17-180FC9E43504}"/>
          </ac:cxnSpMkLst>
        </pc:cxnChg>
        <pc:cxnChg chg="mod">
          <ac:chgData name="Rohini Pawar     /TECH_INT/IBANK/MUM" userId="S::90106322@icicibank.com::96425cf0-60c7-4a0e-ab20-00f8ab8d80d7" providerId="AD" clId="Web-{C95BB697-53A7-3F8D-9B51-75515BDC73C1}" dt="2026-03-17T06:46:27.403" v="1103" actId="1076"/>
          <ac:cxnSpMkLst>
            <pc:docMk/>
            <pc:sldMk cId="199648994" sldId="1395"/>
            <ac:cxnSpMk id="78" creationId="{F773E926-468C-EA49-E503-DF875B8D0E4A}"/>
          </ac:cxnSpMkLst>
        </pc:cxnChg>
      </pc:sldChg>
      <pc:sldChg chg="addSp delSp modSp">
        <pc:chgData name="Rohini Pawar     /TECH_INT/IBANK/MUM" userId="S::90106322@icicibank.com::96425cf0-60c7-4a0e-ab20-00f8ab8d80d7" providerId="AD" clId="Web-{C95BB697-53A7-3F8D-9B51-75515BDC73C1}" dt="2026-03-17T06:44:04.887" v="1072"/>
        <pc:sldMkLst>
          <pc:docMk/>
          <pc:sldMk cId="611540084" sldId="1396"/>
        </pc:sldMkLst>
        <pc:spChg chg="mod">
          <ac:chgData name="Rohini Pawar     /TECH_INT/IBANK/MUM" userId="S::90106322@icicibank.com::96425cf0-60c7-4a0e-ab20-00f8ab8d80d7" providerId="AD" clId="Web-{C95BB697-53A7-3F8D-9B51-75515BDC73C1}" dt="2026-03-17T05:38:51.139" v="155" actId="14100"/>
          <ac:spMkLst>
            <pc:docMk/>
            <pc:sldMk cId="611540084" sldId="1396"/>
            <ac:spMk id="15" creationId="{5311ACF9-0628-F158-6771-D3B28BC71C2C}"/>
          </ac:spMkLst>
        </pc:spChg>
        <pc:grpChg chg="add">
          <ac:chgData name="Rohini Pawar     /TECH_INT/IBANK/MUM" userId="S::90106322@icicibank.com::96425cf0-60c7-4a0e-ab20-00f8ab8d80d7" providerId="AD" clId="Web-{C95BB697-53A7-3F8D-9B51-75515BDC73C1}" dt="2026-03-17T06:44:04.887" v="1072"/>
          <ac:grpSpMkLst>
            <pc:docMk/>
            <pc:sldMk cId="611540084" sldId="1396"/>
            <ac:grpSpMk id="10" creationId="{FCA865D8-CCB7-8C3E-99F0-A109C24ED89F}"/>
          </ac:grpSpMkLst>
        </pc:grpChg>
        <pc:picChg chg="add mod">
          <ac:chgData name="Rohini Pawar     /TECH_INT/IBANK/MUM" userId="S::90106322@icicibank.com::96425cf0-60c7-4a0e-ab20-00f8ab8d80d7" providerId="AD" clId="Web-{C95BB697-53A7-3F8D-9B51-75515BDC73C1}" dt="2026-03-17T06:43:15.105" v="1057"/>
          <ac:picMkLst>
            <pc:docMk/>
            <pc:sldMk cId="611540084" sldId="1396"/>
            <ac:picMk id="4" creationId="{A73C0B1F-3F45-1D1E-F89E-99FB3312686B}"/>
          </ac:picMkLst>
        </pc:picChg>
        <pc:picChg chg="add mod">
          <ac:chgData name="Rohini Pawar     /TECH_INT/IBANK/MUM" userId="S::90106322@icicibank.com::96425cf0-60c7-4a0e-ab20-00f8ab8d80d7" providerId="AD" clId="Web-{C95BB697-53A7-3F8D-9B51-75515BDC73C1}" dt="2026-03-17T05:52:37.818" v="278" actId="1076"/>
          <ac:picMkLst>
            <pc:docMk/>
            <pc:sldMk cId="611540084" sldId="1396"/>
            <ac:picMk id="24" creationId="{8C936CD7-B75B-92E7-8BE0-5C88876A70A8}"/>
          </ac:picMkLst>
        </pc:picChg>
        <pc:picChg chg="add mod">
          <ac:chgData name="Rohini Pawar     /TECH_INT/IBANK/MUM" userId="S::90106322@icicibank.com::96425cf0-60c7-4a0e-ab20-00f8ab8d80d7" providerId="AD" clId="Web-{C95BB697-53A7-3F8D-9B51-75515BDC73C1}" dt="2026-03-17T06:43:15.043" v="1055"/>
          <ac:picMkLst>
            <pc:docMk/>
            <pc:sldMk cId="611540084" sldId="1396"/>
            <ac:picMk id="48" creationId="{DA8658D6-8A06-AE4D-25FF-CD3E4E0F98B8}"/>
          </ac:picMkLst>
        </pc:picChg>
        <pc:picChg chg="add mod">
          <ac:chgData name="Rohini Pawar     /TECH_INT/IBANK/MUM" userId="S::90106322@icicibank.com::96425cf0-60c7-4a0e-ab20-00f8ab8d80d7" providerId="AD" clId="Web-{C95BB697-53A7-3F8D-9B51-75515BDC73C1}" dt="2026-03-17T06:43:27.559" v="1059" actId="1076"/>
          <ac:picMkLst>
            <pc:docMk/>
            <pc:sldMk cId="611540084" sldId="1396"/>
            <ac:picMk id="49" creationId="{17536D9A-8A95-6EE8-4706-F14468558F36}"/>
          </ac:picMkLst>
        </pc:picChg>
        <pc:cxnChg chg="del">
          <ac:chgData name="Rohini Pawar     /TECH_INT/IBANK/MUM" userId="S::90106322@icicibank.com::96425cf0-60c7-4a0e-ab20-00f8ab8d80d7" providerId="AD" clId="Web-{C95BB697-53A7-3F8D-9B51-75515BDC73C1}" dt="2026-03-17T05:52:32.302" v="277"/>
          <ac:cxnSpMkLst>
            <pc:docMk/>
            <pc:sldMk cId="611540084" sldId="1396"/>
            <ac:cxnSpMk id="4" creationId="{040E6FE8-F5CE-C673-71EE-7C5B18068D16}"/>
          </ac:cxnSpMkLst>
        </pc:cxnChg>
        <pc:cxnChg chg="del">
          <ac:chgData name="Rohini Pawar     /TECH_INT/IBANK/MUM" userId="S::90106322@icicibank.com::96425cf0-60c7-4a0e-ab20-00f8ab8d80d7" providerId="AD" clId="Web-{C95BB697-53A7-3F8D-9B51-75515BDC73C1}" dt="2026-03-17T05:52:32.302" v="276"/>
          <ac:cxnSpMkLst>
            <pc:docMk/>
            <pc:sldMk cId="611540084" sldId="1396"/>
            <ac:cxnSpMk id="10" creationId="{E030DD98-3564-E443-C406-4D13486D0340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43:49.840" v="1066"/>
          <ac:cxnSpMkLst>
            <pc:docMk/>
            <pc:sldMk cId="611540084" sldId="1396"/>
            <ac:cxnSpMk id="50" creationId="{A96413F5-3A2D-63A8-F525-4271490AACEE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43:49.856" v="1067"/>
          <ac:cxnSpMkLst>
            <pc:docMk/>
            <pc:sldMk cId="611540084" sldId="1396"/>
            <ac:cxnSpMk id="51" creationId="{DC0A6C21-2C20-2705-C8E7-49CC17B4164D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43:49.871" v="1068"/>
          <ac:cxnSpMkLst>
            <pc:docMk/>
            <pc:sldMk cId="611540084" sldId="1396"/>
            <ac:cxnSpMk id="52" creationId="{12449288-A2F2-5828-4DBA-6E160F4EA4C9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43:49.903" v="1069"/>
          <ac:cxnSpMkLst>
            <pc:docMk/>
            <pc:sldMk cId="611540084" sldId="1396"/>
            <ac:cxnSpMk id="53" creationId="{9D3B67E6-7E99-0678-C49C-B0EBF7683E5E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43:49.918" v="1070"/>
          <ac:cxnSpMkLst>
            <pc:docMk/>
            <pc:sldMk cId="611540084" sldId="1396"/>
            <ac:cxnSpMk id="54" creationId="{A5EB8077-4B47-DF68-6257-9DD5F0199CEF}"/>
          </ac:cxnSpMkLst>
        </pc:cxnChg>
        <pc:cxnChg chg="add mod">
          <ac:chgData name="Rohini Pawar     /TECH_INT/IBANK/MUM" userId="S::90106322@icicibank.com::96425cf0-60c7-4a0e-ab20-00f8ab8d80d7" providerId="AD" clId="Web-{C95BB697-53A7-3F8D-9B51-75515BDC73C1}" dt="2026-03-17T06:43:49.934" v="1071"/>
          <ac:cxnSpMkLst>
            <pc:docMk/>
            <pc:sldMk cId="611540084" sldId="1396"/>
            <ac:cxnSpMk id="55" creationId="{3EDE1AAF-E0DC-662C-557B-BF0C309EC315}"/>
          </ac:cxnSpMkLst>
        </pc:cxnChg>
      </pc:sldChg>
      <pc:sldChg chg="add del replId">
        <pc:chgData name="Rohini Pawar     /TECH_INT/IBANK/MUM" userId="S::90106322@icicibank.com::96425cf0-60c7-4a0e-ab20-00f8ab8d80d7" providerId="AD" clId="Web-{C95BB697-53A7-3F8D-9B51-75515BDC73C1}" dt="2026-03-17T05:38:01.304" v="149"/>
        <pc:sldMkLst>
          <pc:docMk/>
          <pc:sldMk cId="1474757066" sldId="1397"/>
        </pc:sldMkLst>
      </pc:sldChg>
    </pc:docChg>
  </pc:docChgLst>
  <pc:docChgLst>
    <pc:chgData name="Sushil Gyawali     /TECH_INT/IBANK/MUM" userId="S::90087123@icicibank.com::1502ef46-f3d6-449e-a0ab-13f48bff832c" providerId="AD" clId="Web-{8EC5B63C-35BB-CDED-590E-469B6E9491E4}"/>
    <pc:docChg chg="addSld delSld modSld modSection">
      <pc:chgData name="Sushil Gyawali     /TECH_INT/IBANK/MUM" userId="S::90087123@icicibank.com::1502ef46-f3d6-449e-a0ab-13f48bff832c" providerId="AD" clId="Web-{8EC5B63C-35BB-CDED-590E-469B6E9491E4}" dt="2026-03-17T06:49:09.974" v="470" actId="1076"/>
      <pc:docMkLst>
        <pc:docMk/>
      </pc:docMkLst>
      <pc:sldChg chg="addSp delSp modSp">
        <pc:chgData name="Sushil Gyawali     /TECH_INT/IBANK/MUM" userId="S::90087123@icicibank.com::1502ef46-f3d6-449e-a0ab-13f48bff832c" providerId="AD" clId="Web-{8EC5B63C-35BB-CDED-590E-469B6E9491E4}" dt="2026-03-17T06:49:09.974" v="470" actId="1076"/>
        <pc:sldMkLst>
          <pc:docMk/>
          <pc:sldMk cId="2197510335" sldId="1375"/>
        </pc:sldMkLst>
        <pc:spChg chg="mod">
          <ac:chgData name="Sushil Gyawali     /TECH_INT/IBANK/MUM" userId="S::90087123@icicibank.com::1502ef46-f3d6-449e-a0ab-13f48bff832c" providerId="AD" clId="Web-{8EC5B63C-35BB-CDED-590E-469B6E9491E4}" dt="2026-03-17T06:17:49.013" v="139" actId="20577"/>
          <ac:spMkLst>
            <pc:docMk/>
            <pc:sldMk cId="2197510335" sldId="1375"/>
            <ac:spMk id="34" creationId="{764CCCBE-2F66-595B-F73D-32C7770468E6}"/>
          </ac:spMkLst>
        </pc:spChg>
        <pc:spChg chg="mod">
          <ac:chgData name="Sushil Gyawali     /TECH_INT/IBANK/MUM" userId="S::90087123@icicibank.com::1502ef46-f3d6-449e-a0ab-13f48bff832c" providerId="AD" clId="Web-{8EC5B63C-35BB-CDED-590E-469B6E9491E4}" dt="2026-03-17T06:27:31.963" v="271" actId="20577"/>
          <ac:spMkLst>
            <pc:docMk/>
            <pc:sldMk cId="2197510335" sldId="1375"/>
            <ac:spMk id="42" creationId="{50B972BC-A1E4-0CBF-1120-A28D1DCF3286}"/>
          </ac:spMkLst>
        </pc:spChg>
        <pc:spChg chg="mod">
          <ac:chgData name="Sushil Gyawali     /TECH_INT/IBANK/MUM" userId="S::90087123@icicibank.com::1502ef46-f3d6-449e-a0ab-13f48bff832c" providerId="AD" clId="Web-{8EC5B63C-35BB-CDED-590E-469B6E9491E4}" dt="2026-03-17T06:31:56.971" v="314" actId="1076"/>
          <ac:spMkLst>
            <pc:docMk/>
            <pc:sldMk cId="2197510335" sldId="1375"/>
            <ac:spMk id="47" creationId="{9680F476-30B9-FC05-605B-9E4D6A48422E}"/>
          </ac:spMkLst>
        </pc:spChg>
        <pc:spChg chg="mod">
          <ac:chgData name="Sushil Gyawali     /TECH_INT/IBANK/MUM" userId="S::90087123@icicibank.com::1502ef46-f3d6-449e-a0ab-13f48bff832c" providerId="AD" clId="Web-{8EC5B63C-35BB-CDED-590E-469B6E9491E4}" dt="2026-03-17T06:32:53.066" v="328" actId="1076"/>
          <ac:spMkLst>
            <pc:docMk/>
            <pc:sldMk cId="2197510335" sldId="1375"/>
            <ac:spMk id="8450" creationId="{555AE69D-2412-0796-A51C-798179694CA5}"/>
          </ac:spMkLst>
        </pc:spChg>
        <pc:spChg chg="del">
          <ac:chgData name="Sushil Gyawali     /TECH_INT/IBANK/MUM" userId="S::90087123@icicibank.com::1502ef46-f3d6-449e-a0ab-13f48bff832c" providerId="AD" clId="Web-{8EC5B63C-35BB-CDED-590E-469B6E9491E4}" dt="2026-03-17T05:50:37.440" v="2"/>
          <ac:spMkLst>
            <pc:docMk/>
            <pc:sldMk cId="2197510335" sldId="1375"/>
            <ac:spMk id="8484" creationId="{485919FF-A83E-5FA0-1FB9-006EBFDB54E6}"/>
          </ac:spMkLst>
        </pc:spChg>
        <pc:spChg chg="del">
          <ac:chgData name="Sushil Gyawali     /TECH_INT/IBANK/MUM" userId="S::90087123@icicibank.com::1502ef46-f3d6-449e-a0ab-13f48bff832c" providerId="AD" clId="Web-{8EC5B63C-35BB-CDED-590E-469B6E9491E4}" dt="2026-03-17T05:50:37.440" v="1"/>
          <ac:spMkLst>
            <pc:docMk/>
            <pc:sldMk cId="2197510335" sldId="1375"/>
            <ac:spMk id="8486" creationId="{99CE4366-AC26-C684-12A9-3BA669972585}"/>
          </ac:spMkLst>
        </pc:spChg>
        <pc:spChg chg="del">
          <ac:chgData name="Sushil Gyawali     /TECH_INT/IBANK/MUM" userId="S::90087123@icicibank.com::1502ef46-f3d6-449e-a0ab-13f48bff832c" providerId="AD" clId="Web-{8EC5B63C-35BB-CDED-590E-469B6E9491E4}" dt="2026-03-17T05:50:37.440" v="0"/>
          <ac:spMkLst>
            <pc:docMk/>
            <pc:sldMk cId="2197510335" sldId="1375"/>
            <ac:spMk id="8487" creationId="{B35909A6-BF27-D2EA-D2C5-23763D86707B}"/>
          </ac:spMkLst>
        </pc:spChg>
        <pc:spChg chg="mod">
          <ac:chgData name="Sushil Gyawali     /TECH_INT/IBANK/MUM" userId="S::90087123@icicibank.com::1502ef46-f3d6-449e-a0ab-13f48bff832c" providerId="AD" clId="Web-{8EC5B63C-35BB-CDED-590E-469B6E9491E4}" dt="2026-03-17T06:31:37.346" v="308" actId="1076"/>
          <ac:spMkLst>
            <pc:docMk/>
            <pc:sldMk cId="2197510335" sldId="1375"/>
            <ac:spMk id="8522" creationId="{F64B0BFB-39F7-D91D-5509-2137B6D2EDA0}"/>
          </ac:spMkLst>
        </pc:spChg>
        <pc:spChg chg="mod">
          <ac:chgData name="Sushil Gyawali     /TECH_INT/IBANK/MUM" userId="S::90087123@icicibank.com::1502ef46-f3d6-449e-a0ab-13f48bff832c" providerId="AD" clId="Web-{8EC5B63C-35BB-CDED-590E-469B6E9491E4}" dt="2026-03-17T06:31:47.987" v="312" actId="1076"/>
          <ac:spMkLst>
            <pc:docMk/>
            <pc:sldMk cId="2197510335" sldId="1375"/>
            <ac:spMk id="8524" creationId="{93415104-96E0-8878-FCF5-058FD18976FE}"/>
          </ac:spMkLst>
        </pc:spChg>
        <pc:spChg chg="mod">
          <ac:chgData name="Sushil Gyawali     /TECH_INT/IBANK/MUM" userId="S::90087123@icicibank.com::1502ef46-f3d6-449e-a0ab-13f48bff832c" providerId="AD" clId="Web-{8EC5B63C-35BB-CDED-590E-469B6E9491E4}" dt="2026-03-17T06:31:37.393" v="309" actId="1076"/>
          <ac:spMkLst>
            <pc:docMk/>
            <pc:sldMk cId="2197510335" sldId="1375"/>
            <ac:spMk id="8528" creationId="{2DC094FC-F503-22DF-823D-25D68FCE46C7}"/>
          </ac:spMkLst>
        </pc:spChg>
        <pc:spChg chg="add del mod">
          <ac:chgData name="Sushil Gyawali     /TECH_INT/IBANK/MUM" userId="S::90087123@icicibank.com::1502ef46-f3d6-449e-a0ab-13f48bff832c" providerId="AD" clId="Web-{8EC5B63C-35BB-CDED-590E-469B6E9491E4}" dt="2026-03-17T06:32:46.456" v="326"/>
          <ac:spMkLst>
            <pc:docMk/>
            <pc:sldMk cId="2197510335" sldId="1375"/>
            <ac:spMk id="9061" creationId="{249E31B4-A989-BE78-A2DC-BDE6C74B6E8D}"/>
          </ac:spMkLst>
        </pc:spChg>
        <pc:spChg chg="add mod">
          <ac:chgData name="Sushil Gyawali     /TECH_INT/IBANK/MUM" userId="S::90087123@icicibank.com::1502ef46-f3d6-449e-a0ab-13f48bff832c" providerId="AD" clId="Web-{8EC5B63C-35BB-CDED-590E-469B6E9491E4}" dt="2026-03-17T06:33:10.644" v="333" actId="1076"/>
          <ac:spMkLst>
            <pc:docMk/>
            <pc:sldMk cId="2197510335" sldId="1375"/>
            <ac:spMk id="9184" creationId="{249E31B4-A989-BE78-A2DC-BDE6C74B6E8D}"/>
          </ac:spMkLst>
        </pc:spChg>
        <pc:spChg chg="add mod">
          <ac:chgData name="Sushil Gyawali     /TECH_INT/IBANK/MUM" userId="S::90087123@icicibank.com::1502ef46-f3d6-449e-a0ab-13f48bff832c" providerId="AD" clId="Web-{8EC5B63C-35BB-CDED-590E-469B6E9491E4}" dt="2026-03-17T06:49:09.974" v="470" actId="1076"/>
          <ac:spMkLst>
            <pc:docMk/>
            <pc:sldMk cId="2197510335" sldId="1375"/>
            <ac:spMk id="11158" creationId="{30194452-F63E-1378-3372-7C741316130C}"/>
          </ac:spMkLst>
        </pc:spChg>
        <pc:grpChg chg="mod">
          <ac:chgData name="Sushil Gyawali     /TECH_INT/IBANK/MUM" userId="S::90087123@icicibank.com::1502ef46-f3d6-449e-a0ab-13f48bff832c" providerId="AD" clId="Web-{8EC5B63C-35BB-CDED-590E-469B6E9491E4}" dt="2026-03-17T06:31:56.893" v="313" actId="1076"/>
          <ac:grpSpMkLst>
            <pc:docMk/>
            <pc:sldMk cId="2197510335" sldId="1375"/>
            <ac:grpSpMk id="46" creationId="{936E29B6-C85D-58E4-C887-A27E4EF10E97}"/>
          </ac:grpSpMkLst>
        </pc:grpChg>
        <pc:graphicFrameChg chg="add mod modGraphic">
          <ac:chgData name="Sushil Gyawali     /TECH_INT/IBANK/MUM" userId="S::90087123@icicibank.com::1502ef46-f3d6-449e-a0ab-13f48bff832c" providerId="AD" clId="Web-{8EC5B63C-35BB-CDED-590E-469B6E9491E4}" dt="2026-03-17T06:32:53.144" v="329" actId="1076"/>
          <ac:graphicFrameMkLst>
            <pc:docMk/>
            <pc:sldMk cId="2197510335" sldId="1375"/>
            <ac:graphicFrameMk id="18" creationId="{FA9D5304-5078-7586-6EC8-535596E4AD84}"/>
          </ac:graphicFrameMkLst>
        </pc:graphicFrameChg>
        <pc:graphicFrameChg chg="del">
          <ac:chgData name="Sushil Gyawali     /TECH_INT/IBANK/MUM" userId="S::90087123@icicibank.com::1502ef46-f3d6-449e-a0ab-13f48bff832c" providerId="AD" clId="Web-{8EC5B63C-35BB-CDED-590E-469B6E9491E4}" dt="2026-03-17T05:50:37.456" v="3"/>
          <ac:graphicFrameMkLst>
            <pc:docMk/>
            <pc:sldMk cId="2197510335" sldId="1375"/>
            <ac:graphicFrameMk id="49" creationId="{FA9D5304-5078-7586-6EC8-535596E4AD84}"/>
          </ac:graphicFrameMkLst>
        </pc:graphicFrameChg>
        <pc:graphicFrameChg chg="add del mod modGraphic">
          <ac:chgData name="Sushil Gyawali     /TECH_INT/IBANK/MUM" userId="S::90087123@icicibank.com::1502ef46-f3d6-449e-a0ab-13f48bff832c" providerId="AD" clId="Web-{8EC5B63C-35BB-CDED-590E-469B6E9491E4}" dt="2026-03-17T06:32:46.456" v="327"/>
          <ac:graphicFrameMkLst>
            <pc:docMk/>
            <pc:sldMk cId="2197510335" sldId="1375"/>
            <ac:graphicFrameMk id="8565" creationId="{3D6741A9-D6EF-BE88-AD8B-79EEE98C410B}"/>
          </ac:graphicFrameMkLst>
        </pc:graphicFrameChg>
        <pc:graphicFrameChg chg="mod">
          <ac:chgData name="Sushil Gyawali     /TECH_INT/IBANK/MUM" userId="S::90087123@icicibank.com::1502ef46-f3d6-449e-a0ab-13f48bff832c" providerId="AD" clId="Web-{8EC5B63C-35BB-CDED-590E-469B6E9491E4}" dt="2026-03-17T06:33:16.488" v="334" actId="1076"/>
          <ac:graphicFrameMkLst>
            <pc:docMk/>
            <pc:sldMk cId="2197510335" sldId="1375"/>
            <ac:graphicFrameMk id="9183" creationId="{3D6741A9-D6EF-BE88-AD8B-79EEE98C410B}"/>
          </ac:graphicFrameMkLst>
        </pc:graphicFrameChg>
        <pc:graphicFrameChg chg="add mod modGraphic">
          <ac:chgData name="Sushil Gyawali     /TECH_INT/IBANK/MUM" userId="S::90087123@icicibank.com::1502ef46-f3d6-449e-a0ab-13f48bff832c" providerId="AD" clId="Web-{8EC5B63C-35BB-CDED-590E-469B6E9491E4}" dt="2026-03-17T06:48:25.988" v="441" actId="1076"/>
          <ac:graphicFrameMkLst>
            <pc:docMk/>
            <pc:sldMk cId="2197510335" sldId="1375"/>
            <ac:graphicFrameMk id="9185" creationId="{562D161B-A57A-4305-97ED-77AE7A553EBB}"/>
          </ac:graphicFrameMkLst>
        </pc:graphicFrameChg>
        <pc:picChg chg="mod">
          <ac:chgData name="Sushil Gyawali     /TECH_INT/IBANK/MUM" userId="S::90087123@icicibank.com::1502ef46-f3d6-449e-a0ab-13f48bff832c" providerId="AD" clId="Web-{8EC5B63C-35BB-CDED-590E-469B6E9491E4}" dt="2026-03-17T06:31:37.439" v="310" actId="1076"/>
          <ac:picMkLst>
            <pc:docMk/>
            <pc:sldMk cId="2197510335" sldId="1375"/>
            <ac:picMk id="8611" creationId="{BD3D8571-9CF8-E705-F5C9-F6532126B758}"/>
          </ac:picMkLst>
        </pc:picChg>
      </pc:sldChg>
      <pc:sldChg chg="add del replId">
        <pc:chgData name="Sushil Gyawali     /TECH_INT/IBANK/MUM" userId="S::90087123@icicibank.com::1502ef46-f3d6-449e-a0ab-13f48bff832c" providerId="AD" clId="Web-{8EC5B63C-35BB-CDED-590E-469B6E9491E4}" dt="2026-03-17T06:32:39.800" v="321"/>
        <pc:sldMkLst>
          <pc:docMk/>
          <pc:sldMk cId="2027096495" sldId="1397"/>
        </pc:sldMkLst>
      </pc:sldChg>
    </pc:docChg>
  </pc:docChgLst>
</pc:chgInfo>
</file>

<file path=ppt/comments/modernComment_55F_82FB58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AFF0B8-A690-4EF4-9351-D1A162CC186B}" authorId="{CE355B7E-E792-6CBD-B650-2901BFA28F64}" created="2026-03-11T09:29:34.269">
    <pc:sldMkLst xmlns:pc="http://schemas.microsoft.com/office/powerpoint/2013/main/command">
      <pc:docMk/>
      <pc:sldMk cId="2197510335" sldId="1375"/>
    </pc:sldMkLst>
    <p188:txBody>
      <a:bodyPr/>
      <a:lstStyle/>
      <a:p>
        <a:r>
          <a:rPr lang="en-US"/>
          <a:t>proposed business no projection no to be added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F9F3B-C008-424C-9B51-AC25036A03B1}" type="doc">
      <dgm:prSet loTypeId="urn:microsoft.com/office/officeart/2005/8/layout/hProcess9" loCatId="process" qsTypeId="urn:microsoft.com/office/officeart/2005/8/quickstyle/simple4" qsCatId="simple" csTypeId="urn:microsoft.com/office/officeart/2005/8/colors/accent2_2" csCatId="accent2" phldr="1"/>
      <dgm:spPr/>
    </dgm:pt>
    <dgm:pt modelId="{B1759DA9-3D52-4AA2-A9B9-CC7870ED4683}">
      <dgm:prSet phldrT="[Text]" phldr="0" custT="1"/>
      <dgm:spPr/>
      <dgm:t>
        <a:bodyPr/>
        <a:lstStyle/>
        <a:p>
          <a:pPr rtl="0"/>
          <a:r>
            <a:rPr lang="en-US" sz="1400" b="1">
              <a:latin typeface="Mulish SemiBold"/>
            </a:rPr>
            <a:t>Initiate Insurance Journey</a:t>
          </a:r>
        </a:p>
      </dgm:t>
    </dgm:pt>
    <dgm:pt modelId="{C1E981A8-A08E-4C46-8464-4717656C2D1B}" type="parTrans" cxnId="{D4E44812-FF52-4AED-8208-2D6F6288F165}">
      <dgm:prSet/>
      <dgm:spPr/>
    </dgm:pt>
    <dgm:pt modelId="{8392267A-C2D3-48BF-BFBA-5ECE785CC317}" type="sibTrans" cxnId="{D4E44812-FF52-4AED-8208-2D6F6288F165}">
      <dgm:prSet/>
      <dgm:spPr/>
      <dgm:t>
        <a:bodyPr/>
        <a:lstStyle/>
        <a:p>
          <a:endParaRPr lang="en-US"/>
        </a:p>
      </dgm:t>
    </dgm:pt>
    <dgm:pt modelId="{01F2A965-9458-46B8-A95E-D942D07AABB4}">
      <dgm:prSet phldrT="[Text]" custT="1"/>
      <dgm:spPr/>
      <dgm:t>
        <a:bodyPr/>
        <a:lstStyle/>
        <a:p>
          <a:pPr rtl="0"/>
          <a:r>
            <a:rPr lang="en-US" sz="1400" b="1" err="1">
              <a:latin typeface="Mulish SemiBold"/>
            </a:rPr>
            <a:t>iLens</a:t>
          </a:r>
          <a:r>
            <a:rPr lang="en-US" sz="1400" b="1">
              <a:latin typeface="Mulish SemiBold"/>
            </a:rPr>
            <a:t> Data entry</a:t>
          </a:r>
        </a:p>
      </dgm:t>
    </dgm:pt>
    <dgm:pt modelId="{B68FDEE1-2722-417E-AFA3-A8A8DAFEA789}" type="parTrans" cxnId="{B84BB797-0D6A-43EE-8B29-F6AF2159A396}">
      <dgm:prSet/>
      <dgm:spPr/>
    </dgm:pt>
    <dgm:pt modelId="{CAFB7F95-C418-4755-9BEC-D5D0D8D31D4E}" type="sibTrans" cxnId="{B84BB797-0D6A-43EE-8B29-F6AF2159A396}">
      <dgm:prSet/>
      <dgm:spPr/>
      <dgm:t>
        <a:bodyPr/>
        <a:lstStyle/>
        <a:p>
          <a:endParaRPr lang="en-US"/>
        </a:p>
      </dgm:t>
    </dgm:pt>
    <dgm:pt modelId="{EE4A0224-674E-4CE4-A158-698450349288}">
      <dgm:prSet phldrT="[Text]" phldr="0"/>
      <dgm:spPr/>
      <dgm:t>
        <a:bodyPr/>
        <a:lstStyle/>
        <a:p>
          <a:pPr rtl="0"/>
          <a:r>
            <a:rPr lang="en-US" sz="1400" b="1">
              <a:latin typeface="Mulish SemiBold"/>
            </a:rPr>
            <a:t>Customer consent on TMA (OTP)</a:t>
          </a:r>
        </a:p>
      </dgm:t>
    </dgm:pt>
    <dgm:pt modelId="{8DE787BE-0736-4969-AD42-0A054BBCF1CD}" type="parTrans" cxnId="{650615A1-EE9E-47CD-9431-21F59AC8082A}">
      <dgm:prSet/>
      <dgm:spPr/>
    </dgm:pt>
    <dgm:pt modelId="{BD80FCF1-16C6-4519-B565-3FB13975A1A2}" type="sibTrans" cxnId="{650615A1-EE9E-47CD-9431-21F59AC8082A}">
      <dgm:prSet/>
      <dgm:spPr/>
      <dgm:t>
        <a:bodyPr/>
        <a:lstStyle/>
        <a:p>
          <a:endParaRPr lang="en-US"/>
        </a:p>
      </dgm:t>
    </dgm:pt>
    <dgm:pt modelId="{16E330ED-67BF-4498-BB4A-B7BDC68F3645}">
      <dgm:prSet phldr="0" custT="1"/>
      <dgm:spPr/>
      <dgm:t>
        <a:bodyPr/>
        <a:lstStyle/>
        <a:p>
          <a:pPr rtl="0"/>
          <a:r>
            <a:rPr lang="en-US" sz="1500" b="1">
              <a:latin typeface="Mulish SemiBold"/>
            </a:rPr>
            <a:t>MIS auto-generated</a:t>
          </a:r>
        </a:p>
      </dgm:t>
    </dgm:pt>
    <dgm:pt modelId="{35E98084-0CCC-4E13-8884-037ECFFB89D9}" type="parTrans" cxnId="{8350D943-2963-4572-ABD0-7EC5EA962C61}">
      <dgm:prSet/>
      <dgm:spPr/>
    </dgm:pt>
    <dgm:pt modelId="{B3423A8D-B8EE-4D10-BCA0-8CC042CBF090}" type="sibTrans" cxnId="{8350D943-2963-4572-ABD0-7EC5EA962C61}">
      <dgm:prSet/>
      <dgm:spPr/>
      <dgm:t>
        <a:bodyPr/>
        <a:lstStyle/>
        <a:p>
          <a:endParaRPr lang="en-US"/>
        </a:p>
      </dgm:t>
    </dgm:pt>
    <dgm:pt modelId="{E3194CD7-8150-4797-B9F7-AF884A3F11BD}">
      <dgm:prSet custT="1"/>
      <dgm:spPr/>
      <dgm:t>
        <a:bodyPr/>
        <a:lstStyle/>
        <a:p>
          <a:pPr rtl="0"/>
          <a:r>
            <a:rPr lang="en-US" sz="1350" b="1">
              <a:latin typeface="Mulish SemiBold"/>
            </a:rPr>
            <a:t>Ops booking in </a:t>
          </a:r>
          <a:r>
            <a:rPr lang="en-US" sz="1350" b="1" err="1">
              <a:latin typeface="Mulish SemiBold"/>
            </a:rPr>
            <a:t>FinnOne</a:t>
          </a:r>
          <a:endParaRPr lang="en-US" sz="1350" b="1">
            <a:latin typeface="Mulish SemiBold"/>
          </a:endParaRPr>
        </a:p>
      </dgm:t>
    </dgm:pt>
    <dgm:pt modelId="{4887A245-7951-4675-AF9D-3E3B3246CA5F}" type="parTrans" cxnId="{20AC9CA2-89EE-405D-B982-E5A6F156E662}">
      <dgm:prSet/>
      <dgm:spPr/>
    </dgm:pt>
    <dgm:pt modelId="{626E6C11-E287-49C5-808D-225265186152}" type="sibTrans" cxnId="{20AC9CA2-89EE-405D-B982-E5A6F156E662}">
      <dgm:prSet/>
      <dgm:spPr/>
      <dgm:t>
        <a:bodyPr/>
        <a:lstStyle/>
        <a:p>
          <a:endParaRPr lang="en-US"/>
        </a:p>
      </dgm:t>
    </dgm:pt>
    <dgm:pt modelId="{8CCDA218-D3E5-4E2C-B066-87B5DE86B822}">
      <dgm:prSet custT="1"/>
      <dgm:spPr/>
      <dgm:t>
        <a:bodyPr/>
        <a:lstStyle/>
        <a:p>
          <a:pPr rtl="0"/>
          <a:r>
            <a:rPr lang="en-US" sz="1450" b="1">
              <a:latin typeface="Mulish SemiBold"/>
            </a:rPr>
            <a:t>Parent LAN linked</a:t>
          </a:r>
        </a:p>
      </dgm:t>
    </dgm:pt>
    <dgm:pt modelId="{5251C83B-E139-494A-A90C-002331D1EEA5}" type="parTrans" cxnId="{465B2A83-52D5-4FED-B7EF-DFFF12CCA976}">
      <dgm:prSet/>
      <dgm:spPr/>
    </dgm:pt>
    <dgm:pt modelId="{B60C12F4-E65C-498A-A33D-5DC62DBED90D}" type="sibTrans" cxnId="{465B2A83-52D5-4FED-B7EF-DFFF12CCA976}">
      <dgm:prSet/>
      <dgm:spPr/>
      <dgm:t>
        <a:bodyPr/>
        <a:lstStyle/>
        <a:p>
          <a:endParaRPr lang="en-US"/>
        </a:p>
      </dgm:t>
    </dgm:pt>
    <dgm:pt modelId="{C80E6AAD-9E91-4A08-ABFE-AF04C92F7CFF}">
      <dgm:prSet custT="1"/>
      <dgm:spPr/>
      <dgm:t>
        <a:bodyPr/>
        <a:lstStyle/>
        <a:p>
          <a:pPr rtl="0"/>
          <a:r>
            <a:rPr lang="en-US" sz="1450" b="1">
              <a:latin typeface="Mulish SemiBold"/>
            </a:rPr>
            <a:t>LAN generated</a:t>
          </a:r>
        </a:p>
      </dgm:t>
    </dgm:pt>
    <dgm:pt modelId="{7E159EDF-6C86-40F1-B678-85AD84752030}" type="parTrans" cxnId="{859CA2DE-16AF-4BFA-8C8A-6236223455C9}">
      <dgm:prSet/>
      <dgm:spPr/>
    </dgm:pt>
    <dgm:pt modelId="{FF47E8B8-BE74-492F-95DD-6B300A00FB6F}" type="sibTrans" cxnId="{859CA2DE-16AF-4BFA-8C8A-6236223455C9}">
      <dgm:prSet/>
      <dgm:spPr/>
      <dgm:t>
        <a:bodyPr/>
        <a:lstStyle/>
        <a:p>
          <a:endParaRPr lang="en-US"/>
        </a:p>
      </dgm:t>
    </dgm:pt>
    <dgm:pt modelId="{985AE90B-3702-4A64-A794-13F47F685571}">
      <dgm:prSet custT="1"/>
      <dgm:spPr/>
      <dgm:t>
        <a:bodyPr/>
        <a:lstStyle/>
        <a:p>
          <a:pPr rtl="0"/>
          <a:r>
            <a:rPr lang="en-US" sz="1450" b="0">
              <a:latin typeface="Mulish SemiBold"/>
            </a:rPr>
            <a:t>Policy issued digitally</a:t>
          </a:r>
        </a:p>
      </dgm:t>
    </dgm:pt>
    <dgm:pt modelId="{D5B56445-375A-4CB6-BD2D-3298CC1AFFF3}" type="parTrans" cxnId="{95A83BAB-4D83-40F2-BD58-EC6BCE25872E}">
      <dgm:prSet/>
      <dgm:spPr/>
    </dgm:pt>
    <dgm:pt modelId="{1BF446DC-A131-4D42-BCB9-BDC72FD4472D}" type="sibTrans" cxnId="{95A83BAB-4D83-40F2-BD58-EC6BCE25872E}">
      <dgm:prSet/>
      <dgm:spPr/>
    </dgm:pt>
    <dgm:pt modelId="{80A5818A-BC96-4130-98C1-EF101808CD73}" type="pres">
      <dgm:prSet presAssocID="{08FF9F3B-C008-424C-9B51-AC25036A03B1}" presName="CompostProcess" presStyleCnt="0">
        <dgm:presLayoutVars>
          <dgm:dir/>
          <dgm:resizeHandles val="exact"/>
        </dgm:presLayoutVars>
      </dgm:prSet>
      <dgm:spPr/>
    </dgm:pt>
    <dgm:pt modelId="{ECB996DA-B18E-45EE-AB46-503D63C4A283}" type="pres">
      <dgm:prSet presAssocID="{08FF9F3B-C008-424C-9B51-AC25036A03B1}" presName="arrow" presStyleLbl="bgShp" presStyleIdx="0" presStyleCnt="1"/>
      <dgm:spPr/>
    </dgm:pt>
    <dgm:pt modelId="{59AAA0F0-24FD-437B-8AD4-CC43FEB8F415}" type="pres">
      <dgm:prSet presAssocID="{08FF9F3B-C008-424C-9B51-AC25036A03B1}" presName="linearProcess" presStyleCnt="0"/>
      <dgm:spPr/>
    </dgm:pt>
    <dgm:pt modelId="{0611069F-D88C-4833-8C22-5562926C0BE6}" type="pres">
      <dgm:prSet presAssocID="{B1759DA9-3D52-4AA2-A9B9-CC7870ED4683}" presName="textNode" presStyleLbl="node1" presStyleIdx="0" presStyleCnt="8">
        <dgm:presLayoutVars>
          <dgm:bulletEnabled val="1"/>
        </dgm:presLayoutVars>
      </dgm:prSet>
      <dgm:spPr/>
    </dgm:pt>
    <dgm:pt modelId="{68E62407-E855-4373-8AC8-319AB04AF426}" type="pres">
      <dgm:prSet presAssocID="{8392267A-C2D3-48BF-BFBA-5ECE785CC317}" presName="sibTrans" presStyleCnt="0"/>
      <dgm:spPr/>
    </dgm:pt>
    <dgm:pt modelId="{6FD389AA-7381-4742-BD47-BC430E256730}" type="pres">
      <dgm:prSet presAssocID="{01F2A965-9458-46B8-A95E-D942D07AABB4}" presName="textNode" presStyleLbl="node1" presStyleIdx="1" presStyleCnt="8">
        <dgm:presLayoutVars>
          <dgm:bulletEnabled val="1"/>
        </dgm:presLayoutVars>
      </dgm:prSet>
      <dgm:spPr/>
    </dgm:pt>
    <dgm:pt modelId="{4B18D63C-0F0D-4CB8-B958-E5703768A966}" type="pres">
      <dgm:prSet presAssocID="{CAFB7F95-C418-4755-9BEC-D5D0D8D31D4E}" presName="sibTrans" presStyleCnt="0"/>
      <dgm:spPr/>
    </dgm:pt>
    <dgm:pt modelId="{DD4C8D2B-D068-4492-9678-2D2F49F12EA2}" type="pres">
      <dgm:prSet presAssocID="{EE4A0224-674E-4CE4-A158-698450349288}" presName="textNode" presStyleLbl="node1" presStyleIdx="2" presStyleCnt="8">
        <dgm:presLayoutVars>
          <dgm:bulletEnabled val="1"/>
        </dgm:presLayoutVars>
      </dgm:prSet>
      <dgm:spPr/>
    </dgm:pt>
    <dgm:pt modelId="{95877042-1284-4138-A9A2-E187A2F9A118}" type="pres">
      <dgm:prSet presAssocID="{BD80FCF1-16C6-4519-B565-3FB13975A1A2}" presName="sibTrans" presStyleCnt="0"/>
      <dgm:spPr/>
    </dgm:pt>
    <dgm:pt modelId="{DA1E83A9-2F0F-4357-A261-FFD4EB767FBF}" type="pres">
      <dgm:prSet presAssocID="{16E330ED-67BF-4498-BB4A-B7BDC68F3645}" presName="textNode" presStyleLbl="node1" presStyleIdx="3" presStyleCnt="8">
        <dgm:presLayoutVars>
          <dgm:bulletEnabled val="1"/>
        </dgm:presLayoutVars>
      </dgm:prSet>
      <dgm:spPr/>
    </dgm:pt>
    <dgm:pt modelId="{F5C20BA4-84E4-4366-B99D-D64746BC49DC}" type="pres">
      <dgm:prSet presAssocID="{B3423A8D-B8EE-4D10-BCA0-8CC042CBF090}" presName="sibTrans" presStyleCnt="0"/>
      <dgm:spPr/>
    </dgm:pt>
    <dgm:pt modelId="{AC39A0CB-93AB-46DE-9C18-913F35FACEC1}" type="pres">
      <dgm:prSet presAssocID="{E3194CD7-8150-4797-B9F7-AF884A3F11BD}" presName="textNode" presStyleLbl="node1" presStyleIdx="4" presStyleCnt="8">
        <dgm:presLayoutVars>
          <dgm:bulletEnabled val="1"/>
        </dgm:presLayoutVars>
      </dgm:prSet>
      <dgm:spPr/>
    </dgm:pt>
    <dgm:pt modelId="{6516AA06-9487-4967-9172-205CEA0E5ABF}" type="pres">
      <dgm:prSet presAssocID="{626E6C11-E287-49C5-808D-225265186152}" presName="sibTrans" presStyleCnt="0"/>
      <dgm:spPr/>
    </dgm:pt>
    <dgm:pt modelId="{411EC499-CFD1-4BBA-9FE8-C4D45234B6EA}" type="pres">
      <dgm:prSet presAssocID="{8CCDA218-D3E5-4E2C-B066-87B5DE86B822}" presName="textNode" presStyleLbl="node1" presStyleIdx="5" presStyleCnt="8">
        <dgm:presLayoutVars>
          <dgm:bulletEnabled val="1"/>
        </dgm:presLayoutVars>
      </dgm:prSet>
      <dgm:spPr/>
    </dgm:pt>
    <dgm:pt modelId="{E2916DA1-E559-4FBD-B887-F24882A622B3}" type="pres">
      <dgm:prSet presAssocID="{B60C12F4-E65C-498A-A33D-5DC62DBED90D}" presName="sibTrans" presStyleCnt="0"/>
      <dgm:spPr/>
    </dgm:pt>
    <dgm:pt modelId="{3A4E01DF-0E71-46B2-AD7B-519CB6DA5378}" type="pres">
      <dgm:prSet presAssocID="{C80E6AAD-9E91-4A08-ABFE-AF04C92F7CFF}" presName="textNode" presStyleLbl="node1" presStyleIdx="6" presStyleCnt="8">
        <dgm:presLayoutVars>
          <dgm:bulletEnabled val="1"/>
        </dgm:presLayoutVars>
      </dgm:prSet>
      <dgm:spPr/>
    </dgm:pt>
    <dgm:pt modelId="{66AFC6F4-99EE-4D8A-A9EC-90A15C345004}" type="pres">
      <dgm:prSet presAssocID="{FF47E8B8-BE74-492F-95DD-6B300A00FB6F}" presName="sibTrans" presStyleCnt="0"/>
      <dgm:spPr/>
    </dgm:pt>
    <dgm:pt modelId="{A2B0F9E0-FC27-477A-9E1D-77D0CF2ADD2F}" type="pres">
      <dgm:prSet presAssocID="{985AE90B-3702-4A64-A794-13F47F685571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D4E44812-FF52-4AED-8208-2D6F6288F165}" srcId="{08FF9F3B-C008-424C-9B51-AC25036A03B1}" destId="{B1759DA9-3D52-4AA2-A9B9-CC7870ED4683}" srcOrd="0" destOrd="0" parTransId="{C1E981A8-A08E-4C46-8464-4717656C2D1B}" sibTransId="{8392267A-C2D3-48BF-BFBA-5ECE785CC317}"/>
    <dgm:cxn modelId="{6B136D24-3F4F-4374-A4BB-E2F4765C992E}" type="presOf" srcId="{EE4A0224-674E-4CE4-A158-698450349288}" destId="{DD4C8D2B-D068-4492-9678-2D2F49F12EA2}" srcOrd="0" destOrd="0" presId="urn:microsoft.com/office/officeart/2005/8/layout/hProcess9"/>
    <dgm:cxn modelId="{45184238-5D5B-4B41-8F00-317616382C3F}" type="presOf" srcId="{8CCDA218-D3E5-4E2C-B066-87B5DE86B822}" destId="{411EC499-CFD1-4BBA-9FE8-C4D45234B6EA}" srcOrd="0" destOrd="0" presId="urn:microsoft.com/office/officeart/2005/8/layout/hProcess9"/>
    <dgm:cxn modelId="{C97E155E-D490-4AA3-9FEE-E5D279D7DFF1}" type="presOf" srcId="{985AE90B-3702-4A64-A794-13F47F685571}" destId="{A2B0F9E0-FC27-477A-9E1D-77D0CF2ADD2F}" srcOrd="0" destOrd="0" presId="urn:microsoft.com/office/officeart/2005/8/layout/hProcess9"/>
    <dgm:cxn modelId="{84F3FB60-A92C-4F01-9776-48431DCBAD38}" type="presOf" srcId="{01F2A965-9458-46B8-A95E-D942D07AABB4}" destId="{6FD389AA-7381-4742-BD47-BC430E256730}" srcOrd="0" destOrd="0" presId="urn:microsoft.com/office/officeart/2005/8/layout/hProcess9"/>
    <dgm:cxn modelId="{8350D943-2963-4572-ABD0-7EC5EA962C61}" srcId="{08FF9F3B-C008-424C-9B51-AC25036A03B1}" destId="{16E330ED-67BF-4498-BB4A-B7BDC68F3645}" srcOrd="3" destOrd="0" parTransId="{35E98084-0CCC-4E13-8884-037ECFFB89D9}" sibTransId="{B3423A8D-B8EE-4D10-BCA0-8CC042CBF090}"/>
    <dgm:cxn modelId="{C5C32B48-14F1-454C-93AB-C488864E21D8}" type="presOf" srcId="{16E330ED-67BF-4498-BB4A-B7BDC68F3645}" destId="{DA1E83A9-2F0F-4357-A261-FFD4EB767FBF}" srcOrd="0" destOrd="0" presId="urn:microsoft.com/office/officeart/2005/8/layout/hProcess9"/>
    <dgm:cxn modelId="{EAEC0B76-CD6C-4987-B402-8F474DAF89FB}" type="presOf" srcId="{08FF9F3B-C008-424C-9B51-AC25036A03B1}" destId="{80A5818A-BC96-4130-98C1-EF101808CD73}" srcOrd="0" destOrd="0" presId="urn:microsoft.com/office/officeart/2005/8/layout/hProcess9"/>
    <dgm:cxn modelId="{465B2A83-52D5-4FED-B7EF-DFFF12CCA976}" srcId="{08FF9F3B-C008-424C-9B51-AC25036A03B1}" destId="{8CCDA218-D3E5-4E2C-B066-87B5DE86B822}" srcOrd="5" destOrd="0" parTransId="{5251C83B-E139-494A-A90C-002331D1EEA5}" sibTransId="{B60C12F4-E65C-498A-A33D-5DC62DBED90D}"/>
    <dgm:cxn modelId="{B84BB797-0D6A-43EE-8B29-F6AF2159A396}" srcId="{08FF9F3B-C008-424C-9B51-AC25036A03B1}" destId="{01F2A965-9458-46B8-A95E-D942D07AABB4}" srcOrd="1" destOrd="0" parTransId="{B68FDEE1-2722-417E-AFA3-A8A8DAFEA789}" sibTransId="{CAFB7F95-C418-4755-9BEC-D5D0D8D31D4E}"/>
    <dgm:cxn modelId="{650615A1-EE9E-47CD-9431-21F59AC8082A}" srcId="{08FF9F3B-C008-424C-9B51-AC25036A03B1}" destId="{EE4A0224-674E-4CE4-A158-698450349288}" srcOrd="2" destOrd="0" parTransId="{8DE787BE-0736-4969-AD42-0A054BBCF1CD}" sibTransId="{BD80FCF1-16C6-4519-B565-3FB13975A1A2}"/>
    <dgm:cxn modelId="{20AC9CA2-89EE-405D-B982-E5A6F156E662}" srcId="{08FF9F3B-C008-424C-9B51-AC25036A03B1}" destId="{E3194CD7-8150-4797-B9F7-AF884A3F11BD}" srcOrd="4" destOrd="0" parTransId="{4887A245-7951-4675-AF9D-3E3B3246CA5F}" sibTransId="{626E6C11-E287-49C5-808D-225265186152}"/>
    <dgm:cxn modelId="{EE6488A3-B84F-4DD6-AE71-8FA9C7530C11}" type="presOf" srcId="{E3194CD7-8150-4797-B9F7-AF884A3F11BD}" destId="{AC39A0CB-93AB-46DE-9C18-913F35FACEC1}" srcOrd="0" destOrd="0" presId="urn:microsoft.com/office/officeart/2005/8/layout/hProcess9"/>
    <dgm:cxn modelId="{95A83BAB-4D83-40F2-BD58-EC6BCE25872E}" srcId="{08FF9F3B-C008-424C-9B51-AC25036A03B1}" destId="{985AE90B-3702-4A64-A794-13F47F685571}" srcOrd="7" destOrd="0" parTransId="{D5B56445-375A-4CB6-BD2D-3298CC1AFFF3}" sibTransId="{1BF446DC-A131-4D42-BCB9-BDC72FD4472D}"/>
    <dgm:cxn modelId="{859CA2DE-16AF-4BFA-8C8A-6236223455C9}" srcId="{08FF9F3B-C008-424C-9B51-AC25036A03B1}" destId="{C80E6AAD-9E91-4A08-ABFE-AF04C92F7CFF}" srcOrd="6" destOrd="0" parTransId="{7E159EDF-6C86-40F1-B678-85AD84752030}" sibTransId="{FF47E8B8-BE74-492F-95DD-6B300A00FB6F}"/>
    <dgm:cxn modelId="{8D84CADF-30E3-4162-86D4-EEE0A6592134}" type="presOf" srcId="{C80E6AAD-9E91-4A08-ABFE-AF04C92F7CFF}" destId="{3A4E01DF-0E71-46B2-AD7B-519CB6DA5378}" srcOrd="0" destOrd="0" presId="urn:microsoft.com/office/officeart/2005/8/layout/hProcess9"/>
    <dgm:cxn modelId="{832A51EC-B4B5-4A54-9DBF-35ECCF9A016D}" type="presOf" srcId="{B1759DA9-3D52-4AA2-A9B9-CC7870ED4683}" destId="{0611069F-D88C-4833-8C22-5562926C0BE6}" srcOrd="0" destOrd="0" presId="urn:microsoft.com/office/officeart/2005/8/layout/hProcess9"/>
    <dgm:cxn modelId="{D9BFB7BF-E6BE-414C-B657-FF1C591F9470}" type="presParOf" srcId="{80A5818A-BC96-4130-98C1-EF101808CD73}" destId="{ECB996DA-B18E-45EE-AB46-503D63C4A283}" srcOrd="0" destOrd="0" presId="urn:microsoft.com/office/officeart/2005/8/layout/hProcess9"/>
    <dgm:cxn modelId="{AEA6ACF8-1B26-498B-B7FE-B5E8D0BF5DB9}" type="presParOf" srcId="{80A5818A-BC96-4130-98C1-EF101808CD73}" destId="{59AAA0F0-24FD-437B-8AD4-CC43FEB8F415}" srcOrd="1" destOrd="0" presId="urn:microsoft.com/office/officeart/2005/8/layout/hProcess9"/>
    <dgm:cxn modelId="{91D29D01-B251-49D4-A626-4A520622449E}" type="presParOf" srcId="{59AAA0F0-24FD-437B-8AD4-CC43FEB8F415}" destId="{0611069F-D88C-4833-8C22-5562926C0BE6}" srcOrd="0" destOrd="0" presId="urn:microsoft.com/office/officeart/2005/8/layout/hProcess9"/>
    <dgm:cxn modelId="{12D4819D-0BA9-4D8B-9B9A-A9825218F259}" type="presParOf" srcId="{59AAA0F0-24FD-437B-8AD4-CC43FEB8F415}" destId="{68E62407-E855-4373-8AC8-319AB04AF426}" srcOrd="1" destOrd="0" presId="urn:microsoft.com/office/officeart/2005/8/layout/hProcess9"/>
    <dgm:cxn modelId="{C6612DAB-D446-40F9-B95D-DA0660F5BD40}" type="presParOf" srcId="{59AAA0F0-24FD-437B-8AD4-CC43FEB8F415}" destId="{6FD389AA-7381-4742-BD47-BC430E256730}" srcOrd="2" destOrd="0" presId="urn:microsoft.com/office/officeart/2005/8/layout/hProcess9"/>
    <dgm:cxn modelId="{BDA5265E-781B-4641-9C90-BE9B2515E18E}" type="presParOf" srcId="{59AAA0F0-24FD-437B-8AD4-CC43FEB8F415}" destId="{4B18D63C-0F0D-4CB8-B958-E5703768A966}" srcOrd="3" destOrd="0" presId="urn:microsoft.com/office/officeart/2005/8/layout/hProcess9"/>
    <dgm:cxn modelId="{C7DB204D-9489-4C90-B9EA-5868C41F73C1}" type="presParOf" srcId="{59AAA0F0-24FD-437B-8AD4-CC43FEB8F415}" destId="{DD4C8D2B-D068-4492-9678-2D2F49F12EA2}" srcOrd="4" destOrd="0" presId="urn:microsoft.com/office/officeart/2005/8/layout/hProcess9"/>
    <dgm:cxn modelId="{D0A55EFC-E005-45C3-AEB3-8AFF5AC1CCB1}" type="presParOf" srcId="{59AAA0F0-24FD-437B-8AD4-CC43FEB8F415}" destId="{95877042-1284-4138-A9A2-E187A2F9A118}" srcOrd="5" destOrd="0" presId="urn:microsoft.com/office/officeart/2005/8/layout/hProcess9"/>
    <dgm:cxn modelId="{2B4CD1AE-E477-44EE-A6DC-64D37E02C5F1}" type="presParOf" srcId="{59AAA0F0-24FD-437B-8AD4-CC43FEB8F415}" destId="{DA1E83A9-2F0F-4357-A261-FFD4EB767FBF}" srcOrd="6" destOrd="0" presId="urn:microsoft.com/office/officeart/2005/8/layout/hProcess9"/>
    <dgm:cxn modelId="{1D1C65AB-927A-4B49-BE1B-B86992432217}" type="presParOf" srcId="{59AAA0F0-24FD-437B-8AD4-CC43FEB8F415}" destId="{F5C20BA4-84E4-4366-B99D-D64746BC49DC}" srcOrd="7" destOrd="0" presId="urn:microsoft.com/office/officeart/2005/8/layout/hProcess9"/>
    <dgm:cxn modelId="{1DB05B6F-B3FF-47B2-A4F5-B5B8BE980342}" type="presParOf" srcId="{59AAA0F0-24FD-437B-8AD4-CC43FEB8F415}" destId="{AC39A0CB-93AB-46DE-9C18-913F35FACEC1}" srcOrd="8" destOrd="0" presId="urn:microsoft.com/office/officeart/2005/8/layout/hProcess9"/>
    <dgm:cxn modelId="{44CA5D79-A479-4B25-B7F0-2DCA19547FBC}" type="presParOf" srcId="{59AAA0F0-24FD-437B-8AD4-CC43FEB8F415}" destId="{6516AA06-9487-4967-9172-205CEA0E5ABF}" srcOrd="9" destOrd="0" presId="urn:microsoft.com/office/officeart/2005/8/layout/hProcess9"/>
    <dgm:cxn modelId="{3D09B626-7A94-4A3B-80E5-3C5F9FDA4F41}" type="presParOf" srcId="{59AAA0F0-24FD-437B-8AD4-CC43FEB8F415}" destId="{411EC499-CFD1-4BBA-9FE8-C4D45234B6EA}" srcOrd="10" destOrd="0" presId="urn:microsoft.com/office/officeart/2005/8/layout/hProcess9"/>
    <dgm:cxn modelId="{61C7B417-D532-4760-90D1-094BC08C0774}" type="presParOf" srcId="{59AAA0F0-24FD-437B-8AD4-CC43FEB8F415}" destId="{E2916DA1-E559-4FBD-B887-F24882A622B3}" srcOrd="11" destOrd="0" presId="urn:microsoft.com/office/officeart/2005/8/layout/hProcess9"/>
    <dgm:cxn modelId="{97E2147F-243F-4185-A552-4FFB4CD103E7}" type="presParOf" srcId="{59AAA0F0-24FD-437B-8AD4-CC43FEB8F415}" destId="{3A4E01DF-0E71-46B2-AD7B-519CB6DA5378}" srcOrd="12" destOrd="0" presId="urn:microsoft.com/office/officeart/2005/8/layout/hProcess9"/>
    <dgm:cxn modelId="{5EEEEB19-79ED-4F0E-9FC0-45DE32C43D52}" type="presParOf" srcId="{59AAA0F0-24FD-437B-8AD4-CC43FEB8F415}" destId="{66AFC6F4-99EE-4D8A-A9EC-90A15C345004}" srcOrd="13" destOrd="0" presId="urn:microsoft.com/office/officeart/2005/8/layout/hProcess9"/>
    <dgm:cxn modelId="{957B27B0-32F5-449C-80B9-3E743425EF16}" type="presParOf" srcId="{59AAA0F0-24FD-437B-8AD4-CC43FEB8F415}" destId="{A2B0F9E0-FC27-477A-9E1D-77D0CF2ADD2F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996DA-B18E-45EE-AB46-503D63C4A283}">
      <dsp:nvSpPr>
        <dsp:cNvPr id="0" name=""/>
        <dsp:cNvSpPr/>
      </dsp:nvSpPr>
      <dsp:spPr>
        <a:xfrm>
          <a:off x="500828" y="0"/>
          <a:ext cx="5676061" cy="1932415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611069F-D88C-4833-8C22-5562926C0BE6}">
      <dsp:nvSpPr>
        <dsp:cNvPr id="0" name=""/>
        <dsp:cNvSpPr/>
      </dsp:nvSpPr>
      <dsp:spPr>
        <a:xfrm>
          <a:off x="264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Mulish SemiBold"/>
            </a:rPr>
            <a:t>Initiate Insurance Journey</a:t>
          </a:r>
        </a:p>
      </dsp:txBody>
      <dsp:txXfrm>
        <a:off x="37997" y="617457"/>
        <a:ext cx="724197" cy="697500"/>
      </dsp:txXfrm>
    </dsp:sp>
    <dsp:sp modelId="{6FD389AA-7381-4742-BD47-BC430E256730}">
      <dsp:nvSpPr>
        <dsp:cNvPr id="0" name=""/>
        <dsp:cNvSpPr/>
      </dsp:nvSpPr>
      <dsp:spPr>
        <a:xfrm>
          <a:off x="839911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err="1">
              <a:latin typeface="Mulish SemiBold"/>
            </a:rPr>
            <a:t>iLens</a:t>
          </a:r>
          <a:r>
            <a:rPr lang="en-US" sz="1400" b="1" kern="1200">
              <a:latin typeface="Mulish SemiBold"/>
            </a:rPr>
            <a:t> Data entry</a:t>
          </a:r>
        </a:p>
      </dsp:txBody>
      <dsp:txXfrm>
        <a:off x="877644" y="617457"/>
        <a:ext cx="724197" cy="697500"/>
      </dsp:txXfrm>
    </dsp:sp>
    <dsp:sp modelId="{DD4C8D2B-D068-4492-9678-2D2F49F12EA2}">
      <dsp:nvSpPr>
        <dsp:cNvPr id="0" name=""/>
        <dsp:cNvSpPr/>
      </dsp:nvSpPr>
      <dsp:spPr>
        <a:xfrm>
          <a:off x="1679558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Mulish SemiBold"/>
            </a:rPr>
            <a:t>Customer consent on TMA (OTP)</a:t>
          </a:r>
        </a:p>
      </dsp:txBody>
      <dsp:txXfrm>
        <a:off x="1717291" y="617457"/>
        <a:ext cx="724197" cy="697500"/>
      </dsp:txXfrm>
    </dsp:sp>
    <dsp:sp modelId="{DA1E83A9-2F0F-4357-A261-FFD4EB767FBF}">
      <dsp:nvSpPr>
        <dsp:cNvPr id="0" name=""/>
        <dsp:cNvSpPr/>
      </dsp:nvSpPr>
      <dsp:spPr>
        <a:xfrm>
          <a:off x="2519204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Mulish SemiBold"/>
            </a:rPr>
            <a:t>MIS auto-generated</a:t>
          </a:r>
        </a:p>
      </dsp:txBody>
      <dsp:txXfrm>
        <a:off x="2556937" y="617457"/>
        <a:ext cx="724197" cy="697500"/>
      </dsp:txXfrm>
    </dsp:sp>
    <dsp:sp modelId="{AC39A0CB-93AB-46DE-9C18-913F35FACEC1}">
      <dsp:nvSpPr>
        <dsp:cNvPr id="0" name=""/>
        <dsp:cNvSpPr/>
      </dsp:nvSpPr>
      <dsp:spPr>
        <a:xfrm>
          <a:off x="3358851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0007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50" b="1" kern="1200">
              <a:latin typeface="Mulish SemiBold"/>
            </a:rPr>
            <a:t>Ops booking in </a:t>
          </a:r>
          <a:r>
            <a:rPr lang="en-US" sz="1350" b="1" kern="1200" err="1">
              <a:latin typeface="Mulish SemiBold"/>
            </a:rPr>
            <a:t>FinnOne</a:t>
          </a:r>
          <a:endParaRPr lang="en-US" sz="1350" b="1" kern="1200">
            <a:latin typeface="Mulish SemiBold"/>
          </a:endParaRPr>
        </a:p>
      </dsp:txBody>
      <dsp:txXfrm>
        <a:off x="3396584" y="617457"/>
        <a:ext cx="724197" cy="697500"/>
      </dsp:txXfrm>
    </dsp:sp>
    <dsp:sp modelId="{411EC499-CFD1-4BBA-9FE8-C4D45234B6EA}">
      <dsp:nvSpPr>
        <dsp:cNvPr id="0" name=""/>
        <dsp:cNvSpPr/>
      </dsp:nvSpPr>
      <dsp:spPr>
        <a:xfrm>
          <a:off x="4198497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>
              <a:latin typeface="Mulish SemiBold"/>
            </a:rPr>
            <a:t>Parent LAN linked</a:t>
          </a:r>
        </a:p>
      </dsp:txBody>
      <dsp:txXfrm>
        <a:off x="4236230" y="617457"/>
        <a:ext cx="724197" cy="697500"/>
      </dsp:txXfrm>
    </dsp:sp>
    <dsp:sp modelId="{3A4E01DF-0E71-46B2-AD7B-519CB6DA5378}">
      <dsp:nvSpPr>
        <dsp:cNvPr id="0" name=""/>
        <dsp:cNvSpPr/>
      </dsp:nvSpPr>
      <dsp:spPr>
        <a:xfrm>
          <a:off x="5038144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>
              <a:latin typeface="Mulish SemiBold"/>
            </a:rPr>
            <a:t>LAN generated</a:t>
          </a:r>
        </a:p>
      </dsp:txBody>
      <dsp:txXfrm>
        <a:off x="5075877" y="617457"/>
        <a:ext cx="724197" cy="697500"/>
      </dsp:txXfrm>
    </dsp:sp>
    <dsp:sp modelId="{A2B0F9E0-FC27-477A-9E1D-77D0CF2ADD2F}">
      <dsp:nvSpPr>
        <dsp:cNvPr id="0" name=""/>
        <dsp:cNvSpPr/>
      </dsp:nvSpPr>
      <dsp:spPr>
        <a:xfrm>
          <a:off x="5877790" y="579724"/>
          <a:ext cx="799663" cy="77296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0" kern="1200">
              <a:latin typeface="Mulish SemiBold"/>
            </a:rPr>
            <a:t>Policy issued digitally</a:t>
          </a:r>
        </a:p>
      </dsp:txBody>
      <dsp:txXfrm>
        <a:off x="5915523" y="617457"/>
        <a:ext cx="724197" cy="69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C62C9-D585-4B11-93BE-C1014E708EBF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76B9D-1DF9-4AA3-9348-7B5D3402FC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63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0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A0A80-FF78-87D6-E625-3464FA22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13DF0-335C-BC16-C4DD-AD61A4597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51251-6874-3E13-B01F-735F3C8D5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E7D3F-97DB-31F7-49E7-2F48DB509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067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911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36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044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199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827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069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176B9D-1DF9-4AA3-9348-7B5D3402FC2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56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707351" y="239191"/>
            <a:ext cx="5192005" cy="5933017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None/>
              <a:defRPr sz="2400">
                <a:solidFill>
                  <a:srgbClr val="053C6D"/>
                </a:solidFill>
                <a:latin typeface="Mulish SemiBold" pitchFamily="2" charset="0"/>
                <a:cs typeface="Mulish SemiBold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03259" y="237072"/>
            <a:ext cx="5894335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68" y="1219201"/>
            <a:ext cx="5894335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 SemiBold" pitchFamily="2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8" y="1828800"/>
            <a:ext cx="5894735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  <a:lvl2pPr marL="687304" indent="-342857">
              <a:buFont typeface="Arial" pitchFamily="34" charset="0"/>
              <a:buChar char="•"/>
              <a:tabLst>
                <a:tab pos="687304" algn="l"/>
              </a:tabLst>
              <a:defRPr sz="2200">
                <a:solidFill>
                  <a:srgbClr val="053C6C"/>
                </a:solidFill>
                <a:latin typeface="Mulish SemiBold" pitchFamily="2" charset="0"/>
              </a:defRPr>
            </a:lvl2pPr>
            <a:lvl3pPr>
              <a:defRPr sz="2000" baseline="0">
                <a:solidFill>
                  <a:srgbClr val="053C6C"/>
                </a:solidFill>
                <a:latin typeface="Mulish SemiBold" pitchFamily="2" charset="0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2"/>
            <a:r>
              <a:rPr lang="en-US"/>
              <a:t>Third level 1</a:t>
            </a:r>
          </a:p>
          <a:p>
            <a:pPr lvl="2"/>
            <a:r>
              <a:rPr lang="en-US"/>
              <a:t>Third level 2</a:t>
            </a:r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94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chemeClr val="accent2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28" hasCustomPrompt="1"/>
          </p:nvPr>
        </p:nvSpPr>
        <p:spPr>
          <a:xfrm>
            <a:off x="5943565" y="1219206"/>
            <a:ext cx="5930326" cy="32766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6173351" y="4572003"/>
            <a:ext cx="5715360" cy="457200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Font typeface="Arial"/>
              <a:buNone/>
              <a:defRPr sz="2000" b="1">
                <a:solidFill>
                  <a:srgbClr val="1F497D"/>
                </a:solidFill>
                <a:latin typeface="Mulish ExtraBold" pitchFamily="2" charset="0"/>
                <a:cs typeface="Mulish ExtraBold" pitchFamily="2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6172218" y="5029205"/>
            <a:ext cx="5703285" cy="914401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290477" indent="-231745">
              <a:buFont typeface="Arial"/>
              <a:buChar char="•"/>
              <a:defRPr sz="2000" b="0">
                <a:solidFill>
                  <a:srgbClr val="1F497D"/>
                </a:solidFill>
                <a:latin typeface="Mulish SemiBold" pitchFamily="2" charset="0"/>
                <a:cs typeface="Mulish SemiBold" pitchFamily="2" charset="0"/>
              </a:defRPr>
            </a:lvl1pPr>
          </a:lstStyle>
          <a:p>
            <a:pPr lvl="0"/>
            <a:r>
              <a:rPr lang="en-US"/>
              <a:t>Text1</a:t>
            </a:r>
          </a:p>
          <a:p>
            <a:pPr lvl="0"/>
            <a:r>
              <a:rPr lang="en-US"/>
              <a:t>Text 2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68" y="1219201"/>
            <a:ext cx="4979759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7" y="1828800"/>
            <a:ext cx="4980097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 baseline="0">
                <a:solidFill>
                  <a:srgbClr val="053C6C"/>
                </a:solidFill>
                <a:latin typeface="Mulish SemiBold" pitchFamily="2" charset="0"/>
              </a:defRPr>
            </a:lvl1pPr>
            <a:lvl2pPr marL="687304" indent="-344444">
              <a:buFont typeface="Arial" pitchFamily="34" charset="0"/>
              <a:buChar char="•"/>
              <a:defRPr sz="2200">
                <a:solidFill>
                  <a:srgbClr val="053C6C"/>
                </a:solidFill>
                <a:latin typeface="Mulish SemiBold" pitchFamily="2" charset="0"/>
              </a:defRPr>
            </a:lvl2pPr>
            <a:lvl3pPr>
              <a:defRPr lang="en-US" sz="2000" kern="1200" dirty="0" smtClean="0">
                <a:solidFill>
                  <a:srgbClr val="053C6C"/>
                </a:solidFill>
                <a:latin typeface="Mulish SemiBold" pitchFamily="2" charset="0"/>
                <a:ea typeface="+mn-ea"/>
                <a:cs typeface="+mn-cs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  <a:p>
            <a:pPr lvl="2"/>
            <a:r>
              <a:rPr lang="en-US"/>
              <a:t>Third level 1</a:t>
            </a:r>
          </a:p>
          <a:p>
            <a:pPr lvl="2"/>
            <a:r>
              <a:rPr lang="en-US"/>
              <a:t>Third Level 2</a:t>
            </a:r>
          </a:p>
          <a:p>
            <a:pPr lvl="0"/>
            <a:endParaRPr lang="en-US"/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9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able Placeholder 3"/>
          <p:cNvSpPr>
            <a:spLocks noGrp="1"/>
          </p:cNvSpPr>
          <p:nvPr>
            <p:ph type="tbl" sz="quarter" idx="27"/>
          </p:nvPr>
        </p:nvSpPr>
        <p:spPr>
          <a:xfrm>
            <a:off x="6476505" y="1139355"/>
            <a:ext cx="5412209" cy="35819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 baseline="0">
                <a:solidFill>
                  <a:srgbClr val="053C6C"/>
                </a:solidFill>
                <a:latin typeface="Mulish SemiBold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227072" y="5029205"/>
            <a:ext cx="11661637" cy="9144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defRPr lang="en-US" sz="2000" kern="1200" dirty="0" smtClean="0">
                <a:solidFill>
                  <a:srgbClr val="053C6C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 Text</a:t>
            </a:r>
          </a:p>
          <a:p>
            <a:pPr lvl="0"/>
            <a:r>
              <a:rPr lang="en-US"/>
              <a:t>Sub Text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8" y="1143006"/>
            <a:ext cx="5361196" cy="35813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  <a:lvl2pPr marL="687304" indent="-344444">
              <a:buFont typeface="Arial" pitchFamily="34" charset="0"/>
              <a:buChar char="•"/>
              <a:defRPr sz="2200">
                <a:solidFill>
                  <a:srgbClr val="053C6C"/>
                </a:solidFill>
                <a:latin typeface="Mulish SemiBold" pitchFamily="2" charset="0"/>
              </a:defRPr>
            </a:lvl2pPr>
            <a:lvl3pPr>
              <a:defRPr lang="en-US" sz="2000" kern="1200" dirty="0" smtClean="0">
                <a:solidFill>
                  <a:srgbClr val="053C6C"/>
                </a:solidFill>
                <a:latin typeface="Mulish SemiBold" pitchFamily="2" charset="0"/>
                <a:ea typeface="+mn-ea"/>
                <a:cs typeface="+mn-cs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Text 3</a:t>
            </a:r>
          </a:p>
          <a:p>
            <a:pPr lvl="2"/>
            <a:r>
              <a:rPr lang="en-US"/>
              <a:t>Text 4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6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mart 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SmartArt Placeholder 12"/>
          <p:cNvSpPr>
            <a:spLocks noGrp="1"/>
          </p:cNvSpPr>
          <p:nvPr>
            <p:ph type="dgm" sz="quarter" idx="29" hasCustomPrompt="1"/>
          </p:nvPr>
        </p:nvSpPr>
        <p:spPr>
          <a:xfrm>
            <a:off x="6476505" y="1143006"/>
            <a:ext cx="5412209" cy="35813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</a:lstStyle>
          <a:p>
            <a:r>
              <a:rPr lang="en-US"/>
              <a:t>Smart Art Graphic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227072" y="5029205"/>
            <a:ext cx="11661637" cy="9144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defRPr lang="en-US" sz="2000" kern="1200" dirty="0" smtClean="0">
                <a:solidFill>
                  <a:srgbClr val="053C6C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 Text</a:t>
            </a:r>
          </a:p>
          <a:p>
            <a:pPr lvl="0"/>
            <a:r>
              <a:rPr lang="en-US"/>
              <a:t>Sub Text</a:t>
            </a:r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8" y="1143006"/>
            <a:ext cx="5361196" cy="35813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  <a:lvl2pPr marL="687304" indent="-344444">
              <a:buFont typeface="Arial" pitchFamily="34" charset="0"/>
              <a:buChar char="•"/>
              <a:defRPr sz="2200">
                <a:solidFill>
                  <a:srgbClr val="053C6C"/>
                </a:solidFill>
                <a:latin typeface="Mulish SemiBold" pitchFamily="2" charset="0"/>
              </a:defRPr>
            </a:lvl2pPr>
            <a:lvl3pPr>
              <a:defRPr sz="2000">
                <a:solidFill>
                  <a:srgbClr val="053C6C"/>
                </a:solidFill>
                <a:latin typeface="+mn-lt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Text 3</a:t>
            </a:r>
          </a:p>
          <a:p>
            <a:pPr lvl="2"/>
            <a:r>
              <a:rPr lang="en-US"/>
              <a:t>Text 4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82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12189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66" y="1219201"/>
            <a:ext cx="11686650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0E451D-5525-4539-B07D-AF98FB2E32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Zurich Lt BT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Zurich Lt BT" pitchFamily="34" charset="0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517" y="5943606"/>
            <a:ext cx="718801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02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258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1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42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66" y="1219201"/>
            <a:ext cx="11686650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7" y="1828800"/>
            <a:ext cx="11687444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chemeClr val="accent3"/>
                </a:solidFill>
                <a:latin typeface="Mulish SemiBold" pitchFamily="2" charset="0"/>
              </a:defRPr>
            </a:lvl1pPr>
            <a:lvl2pPr marL="687304" indent="-342857">
              <a:buFont typeface="Arial" pitchFamily="34" charset="0"/>
              <a:buChar char="•"/>
              <a:tabLst>
                <a:tab pos="687304" algn="l"/>
              </a:tabLst>
              <a:defRPr sz="2200">
                <a:solidFill>
                  <a:schemeClr val="accent3"/>
                </a:solidFill>
                <a:latin typeface="Mulish SemiBold" pitchFamily="2" charset="0"/>
              </a:defRPr>
            </a:lvl2pPr>
            <a:lvl3pPr>
              <a:defRPr sz="2400">
                <a:solidFill>
                  <a:srgbClr val="053C6C"/>
                </a:solidFill>
                <a:latin typeface="Mulish Semibold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Mulish Semibold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Mulish Semibold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74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6120" y="3316095"/>
            <a:ext cx="5767237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4799" b="1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500325" y="4979406"/>
            <a:ext cx="5220052" cy="757767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399" b="1">
                <a:solidFill>
                  <a:srgbClr val="97291E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491282" y="5969007"/>
            <a:ext cx="2822123" cy="368021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1999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4835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66" y="1219201"/>
            <a:ext cx="11686650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7" y="1828800"/>
            <a:ext cx="11687444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chemeClr val="accent3"/>
                </a:solidFill>
                <a:latin typeface="Mulish SemiBold" pitchFamily="2" charset="0"/>
              </a:defRPr>
            </a:lvl1pPr>
            <a:lvl2pPr marL="687304" indent="-342857">
              <a:buFont typeface="Arial" pitchFamily="34" charset="0"/>
              <a:buChar char="•"/>
              <a:tabLst>
                <a:tab pos="687304" algn="l"/>
              </a:tabLst>
              <a:defRPr sz="2200">
                <a:solidFill>
                  <a:schemeClr val="accent3"/>
                </a:solidFill>
                <a:latin typeface="Mulish SemiBold" pitchFamily="2" charset="0"/>
              </a:defRPr>
            </a:lvl2pPr>
            <a:lvl3pPr>
              <a:defRPr sz="2400">
                <a:solidFill>
                  <a:srgbClr val="053C6C"/>
                </a:solidFill>
                <a:latin typeface="Mulish Semibold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Mulish Semibold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Mulish Semibold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5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6120" y="3316095"/>
            <a:ext cx="5767237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4799" b="1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500325" y="4979406"/>
            <a:ext cx="5220052" cy="757767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399" b="1">
                <a:solidFill>
                  <a:srgbClr val="97291E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491282" y="5969007"/>
            <a:ext cx="2822123" cy="368021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1999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36091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66" y="1219201"/>
            <a:ext cx="11686650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Sub Text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67" y="1828800"/>
            <a:ext cx="11687444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chemeClr val="accent3"/>
                </a:solidFill>
                <a:latin typeface="Mulish SemiBold" pitchFamily="2" charset="0"/>
              </a:defRPr>
            </a:lvl1pPr>
            <a:lvl2pPr marL="687304" indent="-342857">
              <a:buFont typeface="Arial" pitchFamily="34" charset="0"/>
              <a:buChar char="•"/>
              <a:tabLst>
                <a:tab pos="687304" algn="l"/>
              </a:tabLst>
              <a:defRPr sz="2200">
                <a:solidFill>
                  <a:schemeClr val="accent3"/>
                </a:solidFill>
                <a:latin typeface="Mulish SemiBold" pitchFamily="2" charset="0"/>
              </a:defRPr>
            </a:lvl2pPr>
            <a:lvl3pPr>
              <a:defRPr sz="2400">
                <a:solidFill>
                  <a:srgbClr val="053C6C"/>
                </a:solidFill>
                <a:latin typeface="Mulish Semibold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Mulish Semibold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Mulish Semibold" pitchFamily="34" charset="0"/>
              </a:defRPr>
            </a:lvl5pPr>
          </a:lstStyle>
          <a:p>
            <a:pPr lvl="0"/>
            <a:r>
              <a:rPr lang="en-US"/>
              <a:t>Text 1</a:t>
            </a:r>
          </a:p>
          <a:p>
            <a:pPr lvl="0"/>
            <a:r>
              <a:rPr lang="en-US"/>
              <a:t>Text 2</a:t>
            </a:r>
          </a:p>
          <a:p>
            <a:pPr lvl="1"/>
            <a:r>
              <a:rPr lang="en-US"/>
              <a:t>Second level 1</a:t>
            </a:r>
          </a:p>
          <a:p>
            <a:pPr lvl="1"/>
            <a:r>
              <a:rPr lang="en-US"/>
              <a:t>Second level 2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74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69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chemeClr val="accent2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SmartArt Placeholder 4"/>
          <p:cNvSpPr>
            <a:spLocks noGrp="1"/>
          </p:cNvSpPr>
          <p:nvPr>
            <p:ph type="dgm" sz="quarter" idx="13" hasCustomPrompt="1"/>
          </p:nvPr>
        </p:nvSpPr>
        <p:spPr>
          <a:xfrm>
            <a:off x="200070" y="1295403"/>
            <a:ext cx="11688644" cy="4363156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None/>
              <a:defRPr lang="en-US" sz="2400" b="1" kern="1200" dirty="0">
                <a:solidFill>
                  <a:srgbClr val="053C6C"/>
                </a:solidFill>
                <a:latin typeface="Mulish ExtraBold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Smart Art Graphic</a:t>
            </a:r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14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58" y="237072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Mulish ExtraBold" pitchFamily="2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29" hasCustomPrompt="1"/>
          </p:nvPr>
        </p:nvSpPr>
        <p:spPr>
          <a:xfrm>
            <a:off x="217749" y="1193788"/>
            <a:ext cx="5573377" cy="3951528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32" hasCustomPrompt="1"/>
          </p:nvPr>
        </p:nvSpPr>
        <p:spPr>
          <a:xfrm>
            <a:off x="6314459" y="1193793"/>
            <a:ext cx="5574252" cy="3951528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Mulish SemiBold" pitchFamily="2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324662" y="5257807"/>
            <a:ext cx="5574252" cy="457194"/>
          </a:xfrm>
          <a:prstGeom prst="rect">
            <a:avLst/>
          </a:prstGeom>
          <a:solidFill>
            <a:srgbClr val="972917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Mulish ExtraBold" pitchFamily="2" charset="0"/>
                <a:cs typeface="Mulish ExtraBold" pitchFamily="2" charset="0"/>
              </a:defRPr>
            </a:lvl1pPr>
          </a:lstStyle>
          <a:p>
            <a:pPr lvl="0"/>
            <a:r>
              <a:rPr lang="en-US"/>
              <a:t> Text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199470" y="5257803"/>
            <a:ext cx="5574252" cy="457200"/>
          </a:xfrm>
          <a:prstGeom prst="rect">
            <a:avLst/>
          </a:prstGeom>
          <a:solidFill>
            <a:schemeClr val="accent1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Mulish ExtraBold" pitchFamily="2" charset="0"/>
                <a:cs typeface="Mulish ExtraBold" pitchFamily="2" charset="0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03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17" y="5943606"/>
            <a:ext cx="718801" cy="762001"/>
          </a:xfrm>
          <a:prstGeom prst="rect">
            <a:avLst/>
          </a:prstGeom>
        </p:spPr>
      </p:pic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0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710" r:id="rId5"/>
    <p:sldLayoutId id="2147483719" r:id="rId6"/>
    <p:sldLayoutId id="2147483720" r:id="rId7"/>
    <p:sldLayoutId id="2147483721" r:id="rId8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6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17" y="5943606"/>
            <a:ext cx="718801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7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17" y="5943606"/>
            <a:ext cx="718801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1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Mulish SemiBold" pitchFamily="2" charset="0"/>
                <a:ea typeface="+mn-ea"/>
                <a:cs typeface="+mn-cs"/>
              </a:defRPr>
            </a:lvl1pPr>
          </a:lstStyle>
          <a:p>
            <a:pPr defTabSz="1218988"/>
            <a:endParaRPr lang="en-IN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17" y="5943606"/>
            <a:ext cx="718801" cy="7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5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17" y="5943606"/>
            <a:ext cx="718801" cy="762001"/>
          </a:xfrm>
          <a:prstGeom prst="rect">
            <a:avLst/>
          </a:prstGeom>
        </p:spPr>
      </p:pic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5110" y="6422440"/>
            <a:ext cx="3861806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sz="1600">
                <a:solidFill>
                  <a:schemeClr val="tx2"/>
                </a:solidFill>
                <a:latin typeface="Mulish SemiBold" pitchFamily="2" charset="0"/>
              </a:defRPr>
            </a:lvl1pPr>
          </a:lstStyle>
          <a:p>
            <a:pPr defTabSz="1218988"/>
            <a:endParaRPr lang="en-US">
              <a:solidFill>
                <a:srgbClr val="1F497D"/>
              </a:solidFill>
            </a:endParaRP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202735" y="6415627"/>
            <a:ext cx="609759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Mulish Light" pitchFamily="2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2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microsoft.com/office/2018/10/relationships/comments" Target="../comments/modernComment_55F_82FB58BF.xml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83AAC-2B9E-3BED-FC82-8FA89BAF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9FAD9727-C105-FDAC-BA2E-F84AC286C3D3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12" name="Text 1">
            <a:extLst>
              <a:ext uri="{FF2B5EF4-FFF2-40B4-BE49-F238E27FC236}">
                <a16:creationId xmlns:a16="http://schemas.microsoft.com/office/drawing/2014/main" id="{28D382E5-9C43-AE66-F911-3EEB8A253935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Mulish SemiBold" pitchFamily="2" charset="0"/>
                <a:ea typeface="Georgia" pitchFamily="34" charset="-122"/>
                <a:cs typeface="Georgia" pitchFamily="34" charset="-120"/>
              </a:rPr>
              <a:t>Mortgage Process Revamp — Sequential vs Parallel</a:t>
            </a:r>
            <a:endParaRPr lang="en-US" sz="2400">
              <a:latin typeface="Mulish SemiBold" pitchFamily="2" charset="0"/>
            </a:endParaRPr>
          </a:p>
        </p:txBody>
      </p:sp>
      <p:sp>
        <p:nvSpPr>
          <p:cNvPr id="213" name="Text 2">
            <a:extLst>
              <a:ext uri="{FF2B5EF4-FFF2-40B4-BE49-F238E27FC236}">
                <a16:creationId xmlns:a16="http://schemas.microsoft.com/office/drawing/2014/main" id="{3874F455-C5A6-CFC6-702E-99734038D565}"/>
              </a:ext>
            </a:extLst>
          </p:cNvPr>
          <p:cNvSpPr/>
          <p:nvPr/>
        </p:nvSpPr>
        <p:spPr>
          <a:xfrm>
            <a:off x="11338560" y="6487297"/>
            <a:ext cx="609600" cy="37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>
              <a:latin typeface="Mulish SemiBold" pitchFamily="2" charset="0"/>
            </a:endParaRPr>
          </a:p>
        </p:txBody>
      </p:sp>
      <p:sp>
        <p:nvSpPr>
          <p:cNvPr id="214" name="Shape 3">
            <a:extLst>
              <a:ext uri="{FF2B5EF4-FFF2-40B4-BE49-F238E27FC236}">
                <a16:creationId xmlns:a16="http://schemas.microsoft.com/office/drawing/2014/main" id="{EC1962ED-37E4-FEFE-2C3E-F7330B3B558F}"/>
              </a:ext>
            </a:extLst>
          </p:cNvPr>
          <p:cNvSpPr/>
          <p:nvPr/>
        </p:nvSpPr>
        <p:spPr>
          <a:xfrm>
            <a:off x="139104" y="1165785"/>
            <a:ext cx="1230550" cy="69999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15" name="Text 4">
            <a:extLst>
              <a:ext uri="{FF2B5EF4-FFF2-40B4-BE49-F238E27FC236}">
                <a16:creationId xmlns:a16="http://schemas.microsoft.com/office/drawing/2014/main" id="{4B01904D-1D4F-9F03-8943-FB985434965F}"/>
              </a:ext>
            </a:extLst>
          </p:cNvPr>
          <p:cNvSpPr/>
          <p:nvPr/>
        </p:nvSpPr>
        <p:spPr>
          <a:xfrm>
            <a:off x="9402" y="1165785"/>
            <a:ext cx="1481848" cy="69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Current </a:t>
            </a:r>
            <a:endParaRPr lang="en-US" sz="1400">
              <a:solidFill>
                <a:srgbClr val="000000"/>
              </a:solidFill>
              <a:latin typeface="Mulish SemiBold" pitchFamily="2" charset="0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Process</a:t>
            </a:r>
            <a:endParaRPr lang="en-US" sz="1400">
              <a:latin typeface="Mulish SemiBold" pitchFamily="2" charset="0"/>
            </a:endParaRPr>
          </a:p>
        </p:txBody>
      </p:sp>
      <p:sp>
        <p:nvSpPr>
          <p:cNvPr id="216" name="Shape 5">
            <a:extLst>
              <a:ext uri="{FF2B5EF4-FFF2-40B4-BE49-F238E27FC236}">
                <a16:creationId xmlns:a16="http://schemas.microsoft.com/office/drawing/2014/main" id="{F862DC70-BF8A-596B-C1CF-1FD0542842D6}"/>
              </a:ext>
            </a:extLst>
          </p:cNvPr>
          <p:cNvSpPr/>
          <p:nvPr/>
        </p:nvSpPr>
        <p:spPr>
          <a:xfrm>
            <a:off x="1549615" y="1151326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18" name="Text 7">
            <a:extLst>
              <a:ext uri="{FF2B5EF4-FFF2-40B4-BE49-F238E27FC236}">
                <a16:creationId xmlns:a16="http://schemas.microsoft.com/office/drawing/2014/main" id="{F6BEEB32-BA3A-02E5-6F01-FD2BA6E6D122}"/>
              </a:ext>
            </a:extLst>
          </p:cNvPr>
          <p:cNvSpPr/>
          <p:nvPr/>
        </p:nvSpPr>
        <p:spPr>
          <a:xfrm>
            <a:off x="2308817" y="1213109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17" name="Text 6">
            <a:extLst>
              <a:ext uri="{FF2B5EF4-FFF2-40B4-BE49-F238E27FC236}">
                <a16:creationId xmlns:a16="http://schemas.microsoft.com/office/drawing/2014/main" id="{21FB6D0C-435A-1CA2-0025-1F1C3F185818}"/>
              </a:ext>
            </a:extLst>
          </p:cNvPr>
          <p:cNvSpPr/>
          <p:nvPr/>
        </p:nvSpPr>
        <p:spPr>
          <a:xfrm>
            <a:off x="1549615" y="115132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Document collection</a:t>
            </a:r>
            <a:endParaRPr lang="en-US" sz="1200">
              <a:latin typeface="Mulish SemiBold"/>
              <a:ea typeface="Calibri"/>
              <a:cs typeface="Calibri"/>
            </a:endParaRPr>
          </a:p>
        </p:txBody>
      </p:sp>
      <p:sp>
        <p:nvSpPr>
          <p:cNvPr id="219" name="Shape 8">
            <a:extLst>
              <a:ext uri="{FF2B5EF4-FFF2-40B4-BE49-F238E27FC236}">
                <a16:creationId xmlns:a16="http://schemas.microsoft.com/office/drawing/2014/main" id="{448EA864-F7ED-72E9-5E9C-4D3FE86FD0DA}"/>
              </a:ext>
            </a:extLst>
          </p:cNvPr>
          <p:cNvSpPr/>
          <p:nvPr/>
        </p:nvSpPr>
        <p:spPr>
          <a:xfrm>
            <a:off x="2501628" y="1151326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22" name="Shape 11">
            <a:extLst>
              <a:ext uri="{FF2B5EF4-FFF2-40B4-BE49-F238E27FC236}">
                <a16:creationId xmlns:a16="http://schemas.microsoft.com/office/drawing/2014/main" id="{1AA47A28-F7DC-A391-A926-2953AA72E0FD}"/>
              </a:ext>
            </a:extLst>
          </p:cNvPr>
          <p:cNvSpPr/>
          <p:nvPr/>
        </p:nvSpPr>
        <p:spPr>
          <a:xfrm>
            <a:off x="3429322" y="1151326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20" name="Text 9">
            <a:extLst>
              <a:ext uri="{FF2B5EF4-FFF2-40B4-BE49-F238E27FC236}">
                <a16:creationId xmlns:a16="http://schemas.microsoft.com/office/drawing/2014/main" id="{F1257BC1-65A6-F6A3-3EC8-FF7C4DB41629}"/>
              </a:ext>
            </a:extLst>
          </p:cNvPr>
          <p:cNvSpPr/>
          <p:nvPr/>
        </p:nvSpPr>
        <p:spPr>
          <a:xfrm>
            <a:off x="2501628" y="115132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IGF</a:t>
            </a:r>
            <a:endParaRPr lang="en-US" sz="1200"/>
          </a:p>
        </p:txBody>
      </p:sp>
      <p:sp>
        <p:nvSpPr>
          <p:cNvPr id="225" name="Shape 14">
            <a:extLst>
              <a:ext uri="{FF2B5EF4-FFF2-40B4-BE49-F238E27FC236}">
                <a16:creationId xmlns:a16="http://schemas.microsoft.com/office/drawing/2014/main" id="{D89BDB69-F6BD-3435-AFF0-B59E8AA078D8}"/>
              </a:ext>
            </a:extLst>
          </p:cNvPr>
          <p:cNvSpPr/>
          <p:nvPr/>
        </p:nvSpPr>
        <p:spPr>
          <a:xfrm>
            <a:off x="4365123" y="1151326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23" name="Text 12">
            <a:extLst>
              <a:ext uri="{FF2B5EF4-FFF2-40B4-BE49-F238E27FC236}">
                <a16:creationId xmlns:a16="http://schemas.microsoft.com/office/drawing/2014/main" id="{01CEBA55-5413-95E7-1B3B-BB131049C2D1}"/>
              </a:ext>
            </a:extLst>
          </p:cNvPr>
          <p:cNvSpPr/>
          <p:nvPr/>
        </p:nvSpPr>
        <p:spPr>
          <a:xfrm>
            <a:off x="3429322" y="115132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Docket Login</a:t>
            </a:r>
            <a:endParaRPr lang="en-US" sz="1200">
              <a:latin typeface="Mulish SemiBold" pitchFamily="2" charset="0"/>
            </a:endParaRPr>
          </a:p>
        </p:txBody>
      </p:sp>
      <p:sp>
        <p:nvSpPr>
          <p:cNvPr id="226" name="Text 15">
            <a:extLst>
              <a:ext uri="{FF2B5EF4-FFF2-40B4-BE49-F238E27FC236}">
                <a16:creationId xmlns:a16="http://schemas.microsoft.com/office/drawing/2014/main" id="{253E7BDC-772C-2033-6CFF-F0011D50909D}"/>
              </a:ext>
            </a:extLst>
          </p:cNvPr>
          <p:cNvSpPr/>
          <p:nvPr/>
        </p:nvSpPr>
        <p:spPr>
          <a:xfrm>
            <a:off x="4365123" y="115132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200">
              <a:latin typeface="Mulish SemiBold" pitchFamily="2" charset="0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Preparation</a:t>
            </a:r>
            <a:endParaRPr lang="en-US" sz="1200">
              <a:latin typeface="Mulish SemiBold" pitchFamily="2" charset="0"/>
            </a:endParaRPr>
          </a:p>
        </p:txBody>
      </p:sp>
      <p:sp>
        <p:nvSpPr>
          <p:cNvPr id="255" name="Shape 44">
            <a:extLst>
              <a:ext uri="{FF2B5EF4-FFF2-40B4-BE49-F238E27FC236}">
                <a16:creationId xmlns:a16="http://schemas.microsoft.com/office/drawing/2014/main" id="{FFEF7542-E0E4-5E3E-FF91-C3344C8B2E14}"/>
              </a:ext>
            </a:extLst>
          </p:cNvPr>
          <p:cNvSpPr/>
          <p:nvPr/>
        </p:nvSpPr>
        <p:spPr>
          <a:xfrm>
            <a:off x="219521" y="4410734"/>
            <a:ext cx="5713054" cy="65449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56" name="Shape 45">
            <a:extLst>
              <a:ext uri="{FF2B5EF4-FFF2-40B4-BE49-F238E27FC236}">
                <a16:creationId xmlns:a16="http://schemas.microsoft.com/office/drawing/2014/main" id="{9991C484-8AD6-ECA8-2501-374927CEB15C}"/>
              </a:ext>
            </a:extLst>
          </p:cNvPr>
          <p:cNvSpPr/>
          <p:nvPr/>
        </p:nvSpPr>
        <p:spPr>
          <a:xfrm>
            <a:off x="219521" y="4410734"/>
            <a:ext cx="81258" cy="654499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57" name="Text 46">
            <a:extLst>
              <a:ext uri="{FF2B5EF4-FFF2-40B4-BE49-F238E27FC236}">
                <a16:creationId xmlns:a16="http://schemas.microsoft.com/office/drawing/2014/main" id="{7630C395-1E23-13CC-0256-13225E6BECE4}"/>
              </a:ext>
            </a:extLst>
          </p:cNvPr>
          <p:cNvSpPr/>
          <p:nvPr/>
        </p:nvSpPr>
        <p:spPr>
          <a:xfrm>
            <a:off x="402401" y="4472517"/>
            <a:ext cx="5392041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02060"/>
                </a:solidFill>
                <a:latin typeface="Mulish SemiBold"/>
                <a:ea typeface="Calibri" pitchFamily="34" charset="-122"/>
                <a:cs typeface="Calibri" pitchFamily="34" charset="-120"/>
              </a:rPr>
              <a:t>Stages → Tasks</a:t>
            </a:r>
            <a:endParaRPr lang="en-US" sz="1400">
              <a:solidFill>
                <a:srgbClr val="002060"/>
              </a:solidFill>
              <a:latin typeface="Mulish SemiBold"/>
            </a:endParaRPr>
          </a:p>
          <a:p>
            <a:r>
              <a:rPr lang="en-US" sz="1200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System assigns tasks to relevant stakeholder as per dependency</a:t>
            </a:r>
            <a:endParaRPr lang="en-US" sz="1200">
              <a:latin typeface="Mulish SemiBold"/>
              <a:ea typeface="Calibri"/>
              <a:cs typeface="Calibri"/>
            </a:endParaRPr>
          </a:p>
        </p:txBody>
      </p:sp>
      <p:sp>
        <p:nvSpPr>
          <p:cNvPr id="258" name="Shape 47">
            <a:extLst>
              <a:ext uri="{FF2B5EF4-FFF2-40B4-BE49-F238E27FC236}">
                <a16:creationId xmlns:a16="http://schemas.microsoft.com/office/drawing/2014/main" id="{6C01FDBD-25D5-2A5E-C8A8-41A143740E19}"/>
              </a:ext>
            </a:extLst>
          </p:cNvPr>
          <p:cNvSpPr/>
          <p:nvPr/>
        </p:nvSpPr>
        <p:spPr>
          <a:xfrm>
            <a:off x="219521" y="5227279"/>
            <a:ext cx="5713054" cy="65449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59" name="Shape 48">
            <a:extLst>
              <a:ext uri="{FF2B5EF4-FFF2-40B4-BE49-F238E27FC236}">
                <a16:creationId xmlns:a16="http://schemas.microsoft.com/office/drawing/2014/main" id="{A2AEED3D-FBD8-E240-89EA-7D0EAD22AB69}"/>
              </a:ext>
            </a:extLst>
          </p:cNvPr>
          <p:cNvSpPr/>
          <p:nvPr/>
        </p:nvSpPr>
        <p:spPr>
          <a:xfrm>
            <a:off x="219521" y="5227279"/>
            <a:ext cx="81258" cy="654499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60" name="Text 49">
            <a:extLst>
              <a:ext uri="{FF2B5EF4-FFF2-40B4-BE49-F238E27FC236}">
                <a16:creationId xmlns:a16="http://schemas.microsoft.com/office/drawing/2014/main" id="{EEC4CDB6-51DE-A23F-9E41-142FBAA7EBFC}"/>
              </a:ext>
            </a:extLst>
          </p:cNvPr>
          <p:cNvSpPr/>
          <p:nvPr/>
        </p:nvSpPr>
        <p:spPr>
          <a:xfrm>
            <a:off x="402401" y="5342850"/>
            <a:ext cx="5392041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02060"/>
                </a:solidFill>
                <a:latin typeface="Mulish SemiBold"/>
                <a:ea typeface="Calibri" pitchFamily="34" charset="-122"/>
                <a:cs typeface="Calibri" pitchFamily="34" charset="-120"/>
              </a:rPr>
              <a:t>Parallel Distribution</a:t>
            </a:r>
            <a:endParaRPr lang="en-US" sz="1400">
              <a:solidFill>
                <a:srgbClr val="002060"/>
              </a:solidFill>
              <a:latin typeface="Mulish SemiBold"/>
            </a:endParaRPr>
          </a:p>
          <a:p>
            <a:r>
              <a:rPr lang="en-US" sz="1200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As per dependency, multiple stakeholders work on same case at a time</a:t>
            </a:r>
            <a:endParaRPr lang="en-US" sz="1200">
              <a:latin typeface="Mulish SemiBold"/>
            </a:endParaRPr>
          </a:p>
        </p:txBody>
      </p:sp>
      <p:sp>
        <p:nvSpPr>
          <p:cNvPr id="261" name="Shape 50">
            <a:extLst>
              <a:ext uri="{FF2B5EF4-FFF2-40B4-BE49-F238E27FC236}">
                <a16:creationId xmlns:a16="http://schemas.microsoft.com/office/drawing/2014/main" id="{1749BE17-A3F5-6E64-7CD4-F32E4DC48CA7}"/>
              </a:ext>
            </a:extLst>
          </p:cNvPr>
          <p:cNvSpPr/>
          <p:nvPr/>
        </p:nvSpPr>
        <p:spPr>
          <a:xfrm>
            <a:off x="6283095" y="4404988"/>
            <a:ext cx="5713054" cy="65449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62" name="Shape 51">
            <a:extLst>
              <a:ext uri="{FF2B5EF4-FFF2-40B4-BE49-F238E27FC236}">
                <a16:creationId xmlns:a16="http://schemas.microsoft.com/office/drawing/2014/main" id="{5821B7A4-3AD4-EA9E-0FB9-CBE8338FB8F3}"/>
              </a:ext>
            </a:extLst>
          </p:cNvPr>
          <p:cNvSpPr/>
          <p:nvPr/>
        </p:nvSpPr>
        <p:spPr>
          <a:xfrm>
            <a:off x="6283095" y="4404988"/>
            <a:ext cx="81258" cy="654499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63" name="Text 52">
            <a:extLst>
              <a:ext uri="{FF2B5EF4-FFF2-40B4-BE49-F238E27FC236}">
                <a16:creationId xmlns:a16="http://schemas.microsoft.com/office/drawing/2014/main" id="{56ABE4DD-8A45-DFAE-DF77-EAC837BE95CE}"/>
              </a:ext>
            </a:extLst>
          </p:cNvPr>
          <p:cNvSpPr/>
          <p:nvPr/>
        </p:nvSpPr>
        <p:spPr>
          <a:xfrm>
            <a:off x="6465975" y="4466771"/>
            <a:ext cx="5392041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02060"/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Partial Progression</a:t>
            </a:r>
            <a:endParaRPr lang="en-US" sz="1400">
              <a:solidFill>
                <a:srgbClr val="002060"/>
              </a:solidFill>
              <a:latin typeface="Mulish SemiBold" pitchFamily="2" charset="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9/10 docs correct → Progress. 1 incorrect → query only that task. No full-case freeze</a:t>
            </a:r>
            <a:endParaRPr lang="en-US" sz="1200">
              <a:latin typeface="Mulish SemiBold"/>
              <a:ea typeface="Calibri"/>
              <a:cs typeface="Calibri"/>
            </a:endParaRPr>
          </a:p>
        </p:txBody>
      </p:sp>
      <p:sp>
        <p:nvSpPr>
          <p:cNvPr id="264" name="Shape 53">
            <a:extLst>
              <a:ext uri="{FF2B5EF4-FFF2-40B4-BE49-F238E27FC236}">
                <a16:creationId xmlns:a16="http://schemas.microsoft.com/office/drawing/2014/main" id="{BD7B2C40-490C-8C15-6979-E4E2847687A2}"/>
              </a:ext>
            </a:extLst>
          </p:cNvPr>
          <p:cNvSpPr/>
          <p:nvPr/>
        </p:nvSpPr>
        <p:spPr>
          <a:xfrm>
            <a:off x="6283095" y="5202482"/>
            <a:ext cx="5713054" cy="654499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65" name="Shape 54">
            <a:extLst>
              <a:ext uri="{FF2B5EF4-FFF2-40B4-BE49-F238E27FC236}">
                <a16:creationId xmlns:a16="http://schemas.microsoft.com/office/drawing/2014/main" id="{0F7FE54B-2711-6210-D378-B4D316048748}"/>
              </a:ext>
            </a:extLst>
          </p:cNvPr>
          <p:cNvSpPr/>
          <p:nvPr/>
        </p:nvSpPr>
        <p:spPr>
          <a:xfrm>
            <a:off x="6283095" y="5202482"/>
            <a:ext cx="81258" cy="654499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266" name="Text 55">
            <a:extLst>
              <a:ext uri="{FF2B5EF4-FFF2-40B4-BE49-F238E27FC236}">
                <a16:creationId xmlns:a16="http://schemas.microsoft.com/office/drawing/2014/main" id="{762AC064-7415-6ABF-D453-657E3822C618}"/>
              </a:ext>
            </a:extLst>
          </p:cNvPr>
          <p:cNvSpPr/>
          <p:nvPr/>
        </p:nvSpPr>
        <p:spPr>
          <a:xfrm>
            <a:off x="6465975" y="5353913"/>
            <a:ext cx="5392041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02060"/>
                </a:solidFill>
                <a:latin typeface="Mulish SemiBold"/>
                <a:ea typeface="Calibri" pitchFamily="34" charset="-122"/>
                <a:cs typeface="Calibri" pitchFamily="34" charset="-120"/>
              </a:rPr>
              <a:t>Dependency Engine</a:t>
            </a:r>
            <a:endParaRPr lang="en-US" sz="1400">
              <a:solidFill>
                <a:srgbClr val="002060"/>
              </a:solidFill>
              <a:latin typeface="Mulish SemiBold"/>
            </a:endParaRPr>
          </a:p>
          <a:p>
            <a:r>
              <a:rPr lang="en-US" sz="1200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Only dependent/ Mandatory tasks will act as blocker</a:t>
            </a:r>
            <a:endParaRPr lang="en-US" sz="1200">
              <a:latin typeface="Mulish SemiBold"/>
            </a:endParaRPr>
          </a:p>
        </p:txBody>
      </p:sp>
      <p:sp>
        <p:nvSpPr>
          <p:cNvPr id="268" name="Text 57">
            <a:extLst>
              <a:ext uri="{FF2B5EF4-FFF2-40B4-BE49-F238E27FC236}">
                <a16:creationId xmlns:a16="http://schemas.microsoft.com/office/drawing/2014/main" id="{F42C09F8-0A0B-E15B-3645-403FAA52554A}"/>
              </a:ext>
            </a:extLst>
          </p:cNvPr>
          <p:cNvSpPr/>
          <p:nvPr/>
        </p:nvSpPr>
        <p:spPr>
          <a:xfrm>
            <a:off x="2891956" y="3947905"/>
            <a:ext cx="7252697" cy="290360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latin typeface="Mulish SemiBold" pitchFamily="2" charset="0"/>
                <a:ea typeface="Calibri" pitchFamily="34" charset="-122"/>
                <a:cs typeface="Calibri" pitchFamily="34" charset="-120"/>
              </a:rPr>
              <a:t>New TAT ≈ MAX(T₁, T₂, ... Parallel Validation)  —  Wait time converts into execution time</a:t>
            </a:r>
            <a:endParaRPr lang="en-US" sz="1400">
              <a:latin typeface="Mulish SemiBold" pitchFamily="2" charset="0"/>
            </a:endParaRPr>
          </a:p>
        </p:txBody>
      </p:sp>
      <p:sp>
        <p:nvSpPr>
          <p:cNvPr id="270" name="Text 7">
            <a:extLst>
              <a:ext uri="{FF2B5EF4-FFF2-40B4-BE49-F238E27FC236}">
                <a16:creationId xmlns:a16="http://schemas.microsoft.com/office/drawing/2014/main" id="{FC8E7117-BFAF-90DE-CEC6-824029C596FB}"/>
              </a:ext>
            </a:extLst>
          </p:cNvPr>
          <p:cNvSpPr/>
          <p:nvPr/>
        </p:nvSpPr>
        <p:spPr>
          <a:xfrm>
            <a:off x="3236511" y="1198435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71" name="Text 7">
            <a:extLst>
              <a:ext uri="{FF2B5EF4-FFF2-40B4-BE49-F238E27FC236}">
                <a16:creationId xmlns:a16="http://schemas.microsoft.com/office/drawing/2014/main" id="{86698FE6-75E6-3FE2-A587-A9F254CF6F6C}"/>
              </a:ext>
            </a:extLst>
          </p:cNvPr>
          <p:cNvSpPr/>
          <p:nvPr/>
        </p:nvSpPr>
        <p:spPr>
          <a:xfrm>
            <a:off x="4188524" y="1180417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D876289E-5611-E8D4-57A4-4202BE6E1FD1}"/>
              </a:ext>
            </a:extLst>
          </p:cNvPr>
          <p:cNvSpPr/>
          <p:nvPr/>
        </p:nvSpPr>
        <p:spPr>
          <a:xfrm>
            <a:off x="5343401" y="1143219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FC207675-36B6-45E1-033B-9D21E0253C9E}"/>
              </a:ext>
            </a:extLst>
          </p:cNvPr>
          <p:cNvSpPr/>
          <p:nvPr/>
        </p:nvSpPr>
        <p:spPr>
          <a:xfrm>
            <a:off x="6102602" y="1205002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DB215C88-D36E-F4DD-2CB9-82E0BB3D99EE}"/>
              </a:ext>
            </a:extLst>
          </p:cNvPr>
          <p:cNvSpPr/>
          <p:nvPr/>
        </p:nvSpPr>
        <p:spPr>
          <a:xfrm>
            <a:off x="5343401" y="1143219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DM under approval</a:t>
            </a:r>
            <a:endParaRPr lang="en-US" sz="120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E2C7FDB-EDFF-4F72-2909-4C1D23F7FCAC}"/>
              </a:ext>
            </a:extLst>
          </p:cNvPr>
          <p:cNvSpPr/>
          <p:nvPr/>
        </p:nvSpPr>
        <p:spPr>
          <a:xfrm>
            <a:off x="6303520" y="1143219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1D9167BA-83F3-4E0D-CDBB-4E1E077403B4}"/>
              </a:ext>
            </a:extLst>
          </p:cNvPr>
          <p:cNvSpPr/>
          <p:nvPr/>
        </p:nvSpPr>
        <p:spPr>
          <a:xfrm>
            <a:off x="7296066" y="1143219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FFA72604-53DF-D7FD-DEBC-26262E72520D}"/>
              </a:ext>
            </a:extLst>
          </p:cNvPr>
          <p:cNvSpPr/>
          <p:nvPr/>
        </p:nvSpPr>
        <p:spPr>
          <a:xfrm>
            <a:off x="6303520" y="1143219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E-Sign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1A18DA02-B4CB-0CCA-8604-3354D6BA972A}"/>
              </a:ext>
            </a:extLst>
          </p:cNvPr>
          <p:cNvSpPr/>
          <p:nvPr/>
        </p:nvSpPr>
        <p:spPr>
          <a:xfrm>
            <a:off x="8256185" y="1143219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50AA7F7F-DF80-AEE3-A057-3984D539E595}"/>
              </a:ext>
            </a:extLst>
          </p:cNvPr>
          <p:cNvSpPr/>
          <p:nvPr/>
        </p:nvSpPr>
        <p:spPr>
          <a:xfrm>
            <a:off x="7296066" y="1143219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FCPG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907D520A-4AF9-E4F1-36FE-C5AA559F8565}"/>
              </a:ext>
            </a:extLst>
          </p:cNvPr>
          <p:cNvSpPr/>
          <p:nvPr/>
        </p:nvSpPr>
        <p:spPr>
          <a:xfrm>
            <a:off x="8256185" y="1143219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Credit Ops check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BB0DFBA-023E-830A-5037-E90803E9E718}"/>
              </a:ext>
            </a:extLst>
          </p:cNvPr>
          <p:cNvSpPr/>
          <p:nvPr/>
        </p:nvSpPr>
        <p:spPr>
          <a:xfrm>
            <a:off x="7087041" y="1190328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679F1B0-113B-C1E3-B8A0-02C7A9620DB2}"/>
              </a:ext>
            </a:extLst>
          </p:cNvPr>
          <p:cNvSpPr/>
          <p:nvPr/>
        </p:nvSpPr>
        <p:spPr>
          <a:xfrm>
            <a:off x="8063375" y="1172310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45DDC024-561F-21C1-7768-83D8B82AB1A8}"/>
              </a:ext>
            </a:extLst>
          </p:cNvPr>
          <p:cNvSpPr/>
          <p:nvPr/>
        </p:nvSpPr>
        <p:spPr>
          <a:xfrm>
            <a:off x="155316" y="1992635"/>
            <a:ext cx="1230550" cy="69999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IN" sz="1400">
              <a:latin typeface="Mulish SemiBold" pitchFamily="2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FC05D46-41A9-E291-9335-E42F83C6E63A}"/>
              </a:ext>
            </a:extLst>
          </p:cNvPr>
          <p:cNvSpPr/>
          <p:nvPr/>
        </p:nvSpPr>
        <p:spPr>
          <a:xfrm>
            <a:off x="25614" y="1992635"/>
            <a:ext cx="1481848" cy="69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Proposed</a:t>
            </a:r>
            <a:endParaRPr lang="en-US"/>
          </a:p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Process</a:t>
            </a:r>
            <a:endParaRPr lang="en-US" sz="1400">
              <a:latin typeface="Mulish SemiBold" pitchFamily="2" charset="0"/>
            </a:endParaRPr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38DC437B-C1FC-8E0B-CAD4-E946753E103E}"/>
              </a:ext>
            </a:extLst>
          </p:cNvPr>
          <p:cNvSpPr/>
          <p:nvPr/>
        </p:nvSpPr>
        <p:spPr>
          <a:xfrm>
            <a:off x="171529" y="2983391"/>
            <a:ext cx="6232189" cy="446649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Current TAT = 13.27 </a:t>
            </a:r>
            <a:r>
              <a:rPr lang="en-US" sz="1200" b="1" err="1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Hrs</a:t>
            </a:r>
            <a:r>
              <a:rPr lang="en-US" sz="1200" b="1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 | Median TAT = 9.28 </a:t>
            </a:r>
            <a:r>
              <a:rPr lang="en-US" sz="1200" b="1" err="1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Hrs</a:t>
            </a:r>
            <a:r>
              <a:rPr lang="en-US" sz="1200" b="1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 (From DM Prep. Till Disbursement)</a:t>
            </a:r>
          </a:p>
          <a:p>
            <a:pPr algn="ctr"/>
            <a:r>
              <a:rPr lang="en-US" sz="1200" b="1">
                <a:solidFill>
                  <a:srgbClr val="1E293B"/>
                </a:solidFill>
                <a:latin typeface="Mulish SemiBold"/>
                <a:ea typeface="Calibri"/>
                <a:cs typeface="Calibri"/>
              </a:rPr>
              <a:t>The above is calculated for 95 percentile cases excluding outliers</a:t>
            </a: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233732D0-D463-78C2-9BD5-B80D83853C58}"/>
              </a:ext>
            </a:extLst>
          </p:cNvPr>
          <p:cNvSpPr/>
          <p:nvPr/>
        </p:nvSpPr>
        <p:spPr>
          <a:xfrm>
            <a:off x="6624210" y="2962236"/>
            <a:ext cx="5429656" cy="474991"/>
          </a:xfrm>
          <a:prstGeom prst="rect">
            <a:avLst/>
          </a:prstGeom>
          <a:solidFill>
            <a:srgbClr val="FEF2F2"/>
          </a:solidFill>
          <a:ln w="19050">
            <a:solidFill>
              <a:srgbClr val="B9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lIns="91440" tIns="45720" rIns="91440" bIns="45720" anchor="t"/>
          <a:lstStyle/>
          <a:p>
            <a:pPr algn="ctr"/>
            <a:endParaRPr lang="en-IN" sz="1400">
              <a:latin typeface="Mulish SemiBold" pitchFamily="2" charset="0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F4D8BEB1-1606-F0F9-A341-8B3F0DF34017}"/>
              </a:ext>
            </a:extLst>
          </p:cNvPr>
          <p:cNvSpPr/>
          <p:nvPr/>
        </p:nvSpPr>
        <p:spPr>
          <a:xfrm>
            <a:off x="6746130" y="2962236"/>
            <a:ext cx="5185816" cy="474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B91C1C"/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Key Bottlenecks: Waiting dominates cycle time | Redundant Verification | Sequential Blocking | Low Customer Visibility</a:t>
            </a:r>
            <a:endParaRPr lang="en-US" sz="1400">
              <a:latin typeface="Mulish SemiBold" pitchFamily="2" charset="0"/>
            </a:endParaRP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57B0923C-ECDA-EE6B-92D3-5D53FDD15ACF}"/>
              </a:ext>
            </a:extLst>
          </p:cNvPr>
          <p:cNvSpPr/>
          <p:nvPr/>
        </p:nvSpPr>
        <p:spPr>
          <a:xfrm>
            <a:off x="5136972" y="1188523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038B5A95-B7DE-CD26-69C8-3AB7076B3C73}"/>
              </a:ext>
            </a:extLst>
          </p:cNvPr>
          <p:cNvSpPr/>
          <p:nvPr/>
        </p:nvSpPr>
        <p:spPr>
          <a:xfrm>
            <a:off x="9228950" y="1159431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41ADA11B-341F-6F8E-5AF8-73ADC7F62152}"/>
              </a:ext>
            </a:extLst>
          </p:cNvPr>
          <p:cNvSpPr/>
          <p:nvPr/>
        </p:nvSpPr>
        <p:spPr>
          <a:xfrm>
            <a:off x="9228950" y="1159431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Ops NDC check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A2D4AE33-B3EE-A53E-EDE6-FCFA4DE7BAAF}"/>
              </a:ext>
            </a:extLst>
          </p:cNvPr>
          <p:cNvSpPr/>
          <p:nvPr/>
        </p:nvSpPr>
        <p:spPr>
          <a:xfrm>
            <a:off x="9036140" y="1188522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80FE9EB0-60FB-D877-C762-D5AA4AE13875}"/>
              </a:ext>
            </a:extLst>
          </p:cNvPr>
          <p:cNvSpPr/>
          <p:nvPr/>
        </p:nvSpPr>
        <p:spPr>
          <a:xfrm>
            <a:off x="10193609" y="1159430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22E764E5-F6AB-4110-DBB4-0249A3001CFD}"/>
              </a:ext>
            </a:extLst>
          </p:cNvPr>
          <p:cNvSpPr/>
          <p:nvPr/>
        </p:nvSpPr>
        <p:spPr>
          <a:xfrm>
            <a:off x="10193609" y="1159430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latin typeface="Mulish SemiBold"/>
                <a:ea typeface="Calibri"/>
                <a:cs typeface="Calibri"/>
              </a:rPr>
              <a:t>FinnOne</a:t>
            </a:r>
            <a:r>
              <a:rPr lang="en-US" sz="1200" b="1">
                <a:latin typeface="Mulish SemiBold"/>
                <a:ea typeface="Calibri"/>
                <a:cs typeface="Calibri"/>
              </a:rPr>
              <a:t> Maker-Checker</a:t>
            </a:r>
            <a:endParaRPr lang="en-US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506B7DDB-C8C6-AED6-55F4-186ED9C1E288}"/>
              </a:ext>
            </a:extLst>
          </p:cNvPr>
          <p:cNvSpPr/>
          <p:nvPr/>
        </p:nvSpPr>
        <p:spPr>
          <a:xfrm>
            <a:off x="10000799" y="1188521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4FBDE8B6-7424-5F53-B3DC-C33330D237A0}"/>
              </a:ext>
            </a:extLst>
          </p:cNvPr>
          <p:cNvSpPr/>
          <p:nvPr/>
        </p:nvSpPr>
        <p:spPr>
          <a:xfrm>
            <a:off x="11190693" y="1167536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2FE1BE8A-0C92-70FF-0C61-08F5EE894BF0}"/>
              </a:ext>
            </a:extLst>
          </p:cNvPr>
          <p:cNvSpPr/>
          <p:nvPr/>
        </p:nvSpPr>
        <p:spPr>
          <a:xfrm>
            <a:off x="11190693" y="116753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OTC/PDD</a:t>
            </a:r>
            <a:endParaRPr lang="en-US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801E5530-217A-2A93-3E34-64A40345BE09}"/>
              </a:ext>
            </a:extLst>
          </p:cNvPr>
          <p:cNvSpPr/>
          <p:nvPr/>
        </p:nvSpPr>
        <p:spPr>
          <a:xfrm>
            <a:off x="10997883" y="1196626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E962EBFC-2620-431A-AE26-E44026FF7127}"/>
              </a:ext>
            </a:extLst>
          </p:cNvPr>
          <p:cNvSpPr/>
          <p:nvPr/>
        </p:nvSpPr>
        <p:spPr>
          <a:xfrm>
            <a:off x="1549615" y="1986283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D5E571C5-0F20-AF28-DBB0-B9B45EF18907}"/>
              </a:ext>
            </a:extLst>
          </p:cNvPr>
          <p:cNvSpPr/>
          <p:nvPr/>
        </p:nvSpPr>
        <p:spPr>
          <a:xfrm>
            <a:off x="2308817" y="2048066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b="1">
              <a:ln w="22225">
                <a:solidFill>
                  <a:srgbClr val="97291E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504B6D0E-F274-E9C1-210F-E8D2AA3E6002}"/>
              </a:ext>
            </a:extLst>
          </p:cNvPr>
          <p:cNvSpPr/>
          <p:nvPr/>
        </p:nvSpPr>
        <p:spPr>
          <a:xfrm>
            <a:off x="1541509" y="1994389"/>
            <a:ext cx="1794753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Document collection</a:t>
            </a:r>
            <a:endParaRPr lang="en-US" sz="1200">
              <a:latin typeface="Mulish SemiBold"/>
              <a:ea typeface="Calibri"/>
              <a:cs typeface="Calibri"/>
            </a:endParaRPr>
          </a:p>
        </p:txBody>
      </p:sp>
      <p:sp>
        <p:nvSpPr>
          <p:cNvPr id="59" name="Shape 14">
            <a:extLst>
              <a:ext uri="{FF2B5EF4-FFF2-40B4-BE49-F238E27FC236}">
                <a16:creationId xmlns:a16="http://schemas.microsoft.com/office/drawing/2014/main" id="{FC29EE58-191B-B722-2B33-13C199B152CE}"/>
              </a:ext>
            </a:extLst>
          </p:cNvPr>
          <p:cNvSpPr/>
          <p:nvPr/>
        </p:nvSpPr>
        <p:spPr>
          <a:xfrm>
            <a:off x="4332697" y="1986283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27B5017B-CE44-C622-9177-77B7F37125D4}"/>
              </a:ext>
            </a:extLst>
          </p:cNvPr>
          <p:cNvSpPr/>
          <p:nvPr/>
        </p:nvSpPr>
        <p:spPr>
          <a:xfrm>
            <a:off x="3481526" y="1994389"/>
            <a:ext cx="1689372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200">
              <a:latin typeface="Mulish SemiBold" pitchFamily="2" charset="0"/>
            </a:endParaRPr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Preparation</a:t>
            </a:r>
            <a:endParaRPr lang="en-US" sz="1200">
              <a:latin typeface="Mulish SemiBold" pitchFamily="2" charset="0"/>
            </a:endParaRPr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FC2C6AFF-694A-B724-00B8-5411F8FC04F7}"/>
              </a:ext>
            </a:extLst>
          </p:cNvPr>
          <p:cNvSpPr/>
          <p:nvPr/>
        </p:nvSpPr>
        <p:spPr>
          <a:xfrm>
            <a:off x="3285149" y="2033392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D0E618B2-E7B3-AA1B-62D8-6156094C8613}"/>
              </a:ext>
            </a:extLst>
          </p:cNvPr>
          <p:cNvSpPr/>
          <p:nvPr/>
        </p:nvSpPr>
        <p:spPr>
          <a:xfrm>
            <a:off x="4188524" y="2015374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b="1">
              <a:ln w="22225">
                <a:solidFill>
                  <a:srgbClr val="97291E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192" name="Shape 5">
            <a:extLst>
              <a:ext uri="{FF2B5EF4-FFF2-40B4-BE49-F238E27FC236}">
                <a16:creationId xmlns:a16="http://schemas.microsoft.com/office/drawing/2014/main" id="{E6D9821C-F648-08B6-C29B-FB16B9D05C8C}"/>
              </a:ext>
            </a:extLst>
          </p:cNvPr>
          <p:cNvSpPr/>
          <p:nvPr/>
        </p:nvSpPr>
        <p:spPr>
          <a:xfrm>
            <a:off x="5343401" y="1978176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193" name="Text 7">
            <a:extLst>
              <a:ext uri="{FF2B5EF4-FFF2-40B4-BE49-F238E27FC236}">
                <a16:creationId xmlns:a16="http://schemas.microsoft.com/office/drawing/2014/main" id="{B1BC473D-13ED-30A7-3ECB-A3405C13E454}"/>
              </a:ext>
            </a:extLst>
          </p:cNvPr>
          <p:cNvSpPr/>
          <p:nvPr/>
        </p:nvSpPr>
        <p:spPr>
          <a:xfrm>
            <a:off x="6102602" y="2039959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194" name="Text 6">
            <a:extLst>
              <a:ext uri="{FF2B5EF4-FFF2-40B4-BE49-F238E27FC236}">
                <a16:creationId xmlns:a16="http://schemas.microsoft.com/office/drawing/2014/main" id="{363BD0A6-D337-6F6C-4FF6-F48584777657}"/>
              </a:ext>
            </a:extLst>
          </p:cNvPr>
          <p:cNvSpPr/>
          <p:nvPr/>
        </p:nvSpPr>
        <p:spPr>
          <a:xfrm>
            <a:off x="5343401" y="197817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DM under approval</a:t>
            </a:r>
            <a:endParaRPr lang="en-US" sz="1200"/>
          </a:p>
        </p:txBody>
      </p:sp>
      <p:sp>
        <p:nvSpPr>
          <p:cNvPr id="195" name="Shape 8">
            <a:extLst>
              <a:ext uri="{FF2B5EF4-FFF2-40B4-BE49-F238E27FC236}">
                <a16:creationId xmlns:a16="http://schemas.microsoft.com/office/drawing/2014/main" id="{358E1F5F-F14D-3B4E-ACB4-6C6C56594D4E}"/>
              </a:ext>
            </a:extLst>
          </p:cNvPr>
          <p:cNvSpPr/>
          <p:nvPr/>
        </p:nvSpPr>
        <p:spPr>
          <a:xfrm>
            <a:off x="6303520" y="1978176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196" name="Shape 11">
            <a:extLst>
              <a:ext uri="{FF2B5EF4-FFF2-40B4-BE49-F238E27FC236}">
                <a16:creationId xmlns:a16="http://schemas.microsoft.com/office/drawing/2014/main" id="{D0CD311C-E88E-2F86-7CC2-C95632AB29B7}"/>
              </a:ext>
            </a:extLst>
          </p:cNvPr>
          <p:cNvSpPr/>
          <p:nvPr/>
        </p:nvSpPr>
        <p:spPr>
          <a:xfrm>
            <a:off x="7296066" y="1978176"/>
            <a:ext cx="797669" cy="679622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197" name="Text 9">
            <a:extLst>
              <a:ext uri="{FF2B5EF4-FFF2-40B4-BE49-F238E27FC236}">
                <a16:creationId xmlns:a16="http://schemas.microsoft.com/office/drawing/2014/main" id="{509FA984-311A-A250-7A80-521C3B39820A}"/>
              </a:ext>
            </a:extLst>
          </p:cNvPr>
          <p:cNvSpPr/>
          <p:nvPr/>
        </p:nvSpPr>
        <p:spPr>
          <a:xfrm>
            <a:off x="6303520" y="197817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E-Sign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199" name="Text 12">
            <a:extLst>
              <a:ext uri="{FF2B5EF4-FFF2-40B4-BE49-F238E27FC236}">
                <a16:creationId xmlns:a16="http://schemas.microsoft.com/office/drawing/2014/main" id="{6D090007-EF92-6D67-CD43-C9D2016700C3}"/>
              </a:ext>
            </a:extLst>
          </p:cNvPr>
          <p:cNvSpPr/>
          <p:nvPr/>
        </p:nvSpPr>
        <p:spPr>
          <a:xfrm>
            <a:off x="7296066" y="1978176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Mulish SemiBold"/>
                <a:ea typeface="Calibri"/>
                <a:cs typeface="Calibri"/>
              </a:rPr>
              <a:t>FCPG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201" name="Text 7">
            <a:extLst>
              <a:ext uri="{FF2B5EF4-FFF2-40B4-BE49-F238E27FC236}">
                <a16:creationId xmlns:a16="http://schemas.microsoft.com/office/drawing/2014/main" id="{580BC7C1-C987-2700-E429-8B24DDEDD971}"/>
              </a:ext>
            </a:extLst>
          </p:cNvPr>
          <p:cNvSpPr/>
          <p:nvPr/>
        </p:nvSpPr>
        <p:spPr>
          <a:xfrm>
            <a:off x="7087041" y="2025285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02" name="Text 7">
            <a:extLst>
              <a:ext uri="{FF2B5EF4-FFF2-40B4-BE49-F238E27FC236}">
                <a16:creationId xmlns:a16="http://schemas.microsoft.com/office/drawing/2014/main" id="{EC93CE2F-9DA3-F27C-A308-94F049849B23}"/>
              </a:ext>
            </a:extLst>
          </p:cNvPr>
          <p:cNvSpPr/>
          <p:nvPr/>
        </p:nvSpPr>
        <p:spPr>
          <a:xfrm>
            <a:off x="8063375" y="2007267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03" name="Text 7">
            <a:extLst>
              <a:ext uri="{FF2B5EF4-FFF2-40B4-BE49-F238E27FC236}">
                <a16:creationId xmlns:a16="http://schemas.microsoft.com/office/drawing/2014/main" id="{9F830CA2-8D3D-BDF8-A5C5-3A50E8831AE4}"/>
              </a:ext>
            </a:extLst>
          </p:cNvPr>
          <p:cNvSpPr/>
          <p:nvPr/>
        </p:nvSpPr>
        <p:spPr>
          <a:xfrm>
            <a:off x="5136972" y="2023480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04" name="Shape 14">
            <a:extLst>
              <a:ext uri="{FF2B5EF4-FFF2-40B4-BE49-F238E27FC236}">
                <a16:creationId xmlns:a16="http://schemas.microsoft.com/office/drawing/2014/main" id="{AADE4699-8EFB-852D-7F29-1FB5876B7A00}"/>
              </a:ext>
            </a:extLst>
          </p:cNvPr>
          <p:cNvSpPr/>
          <p:nvPr/>
        </p:nvSpPr>
        <p:spPr>
          <a:xfrm>
            <a:off x="8272397" y="1994388"/>
            <a:ext cx="1754222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05" name="Text 15">
            <a:extLst>
              <a:ext uri="{FF2B5EF4-FFF2-40B4-BE49-F238E27FC236}">
                <a16:creationId xmlns:a16="http://schemas.microsoft.com/office/drawing/2014/main" id="{CA361207-FF24-CAC8-1D18-8E125A5EA807}"/>
              </a:ext>
            </a:extLst>
          </p:cNvPr>
          <p:cNvSpPr/>
          <p:nvPr/>
        </p:nvSpPr>
        <p:spPr>
          <a:xfrm>
            <a:off x="8272397" y="1994388"/>
            <a:ext cx="1754222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Ops NDC check</a:t>
            </a:r>
            <a:endParaRPr lang="en-US" sz="1200" b="1"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206" name="Text 7">
            <a:extLst>
              <a:ext uri="{FF2B5EF4-FFF2-40B4-BE49-F238E27FC236}">
                <a16:creationId xmlns:a16="http://schemas.microsoft.com/office/drawing/2014/main" id="{B22FC83E-E53F-7ECB-7EF5-49F3289A1B03}"/>
              </a:ext>
            </a:extLst>
          </p:cNvPr>
          <p:cNvSpPr/>
          <p:nvPr/>
        </p:nvSpPr>
        <p:spPr>
          <a:xfrm>
            <a:off x="9036140" y="2023479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b="1">
              <a:ln w="22225">
                <a:solidFill>
                  <a:srgbClr val="97291E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  <a:ea typeface="Calibri"/>
              <a:cs typeface="Calibri"/>
            </a:endParaRPr>
          </a:p>
        </p:txBody>
      </p:sp>
      <p:sp>
        <p:nvSpPr>
          <p:cNvPr id="207" name="Shape 14">
            <a:extLst>
              <a:ext uri="{FF2B5EF4-FFF2-40B4-BE49-F238E27FC236}">
                <a16:creationId xmlns:a16="http://schemas.microsoft.com/office/drawing/2014/main" id="{98C9FB16-5577-6E8E-8E02-EA055F39FA32}"/>
              </a:ext>
            </a:extLst>
          </p:cNvPr>
          <p:cNvSpPr/>
          <p:nvPr/>
        </p:nvSpPr>
        <p:spPr>
          <a:xfrm>
            <a:off x="10193609" y="1994387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08" name="Text 15">
            <a:extLst>
              <a:ext uri="{FF2B5EF4-FFF2-40B4-BE49-F238E27FC236}">
                <a16:creationId xmlns:a16="http://schemas.microsoft.com/office/drawing/2014/main" id="{E2C1ABCE-56CC-FBA6-6347-E09F12B71324}"/>
              </a:ext>
            </a:extLst>
          </p:cNvPr>
          <p:cNvSpPr/>
          <p:nvPr/>
        </p:nvSpPr>
        <p:spPr>
          <a:xfrm>
            <a:off x="10193609" y="1994387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err="1">
                <a:latin typeface="Mulish SemiBold"/>
                <a:ea typeface="Calibri"/>
                <a:cs typeface="Calibri"/>
              </a:rPr>
              <a:t>FinnOne</a:t>
            </a:r>
            <a:r>
              <a:rPr lang="en-US" sz="1200" b="1">
                <a:latin typeface="Mulish SemiBold"/>
                <a:ea typeface="Calibri"/>
                <a:cs typeface="Calibri"/>
              </a:rPr>
              <a:t> Maker-Checker</a:t>
            </a:r>
            <a:endParaRPr lang="en-US"/>
          </a:p>
        </p:txBody>
      </p:sp>
      <p:sp>
        <p:nvSpPr>
          <p:cNvPr id="209" name="Text 7">
            <a:extLst>
              <a:ext uri="{FF2B5EF4-FFF2-40B4-BE49-F238E27FC236}">
                <a16:creationId xmlns:a16="http://schemas.microsoft.com/office/drawing/2014/main" id="{370528C9-7378-7BA6-F491-BD2400A6A297}"/>
              </a:ext>
            </a:extLst>
          </p:cNvPr>
          <p:cNvSpPr/>
          <p:nvPr/>
        </p:nvSpPr>
        <p:spPr>
          <a:xfrm>
            <a:off x="10000799" y="2023478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sp>
        <p:nvSpPr>
          <p:cNvPr id="210" name="Shape 14">
            <a:extLst>
              <a:ext uri="{FF2B5EF4-FFF2-40B4-BE49-F238E27FC236}">
                <a16:creationId xmlns:a16="http://schemas.microsoft.com/office/drawing/2014/main" id="{9D627A4B-2898-9CFB-9E36-9BD42F30F5BB}"/>
              </a:ext>
            </a:extLst>
          </p:cNvPr>
          <p:cNvSpPr/>
          <p:nvPr/>
        </p:nvSpPr>
        <p:spPr>
          <a:xfrm>
            <a:off x="11190693" y="2002493"/>
            <a:ext cx="797669" cy="679622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sz="1200">
              <a:latin typeface="Mulish SemiBold" pitchFamily="2" charset="0"/>
            </a:endParaRPr>
          </a:p>
        </p:txBody>
      </p:sp>
      <p:sp>
        <p:nvSpPr>
          <p:cNvPr id="221" name="Text 15">
            <a:extLst>
              <a:ext uri="{FF2B5EF4-FFF2-40B4-BE49-F238E27FC236}">
                <a16:creationId xmlns:a16="http://schemas.microsoft.com/office/drawing/2014/main" id="{97A170CD-09F9-5A8B-AE75-42A421BC4A94}"/>
              </a:ext>
            </a:extLst>
          </p:cNvPr>
          <p:cNvSpPr/>
          <p:nvPr/>
        </p:nvSpPr>
        <p:spPr>
          <a:xfrm>
            <a:off x="11190693" y="2002493"/>
            <a:ext cx="797669" cy="67962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>
                <a:latin typeface="Mulish SemiBold"/>
                <a:ea typeface="Calibri"/>
                <a:cs typeface="Calibri"/>
              </a:rPr>
              <a:t>OTC/PDD</a:t>
            </a:r>
            <a:endParaRPr lang="en-US"/>
          </a:p>
        </p:txBody>
      </p:sp>
      <p:sp>
        <p:nvSpPr>
          <p:cNvPr id="224" name="Text 7">
            <a:extLst>
              <a:ext uri="{FF2B5EF4-FFF2-40B4-BE49-F238E27FC236}">
                <a16:creationId xmlns:a16="http://schemas.microsoft.com/office/drawing/2014/main" id="{B42036AF-90E1-8C21-6AE1-AB7B17A1EF2B}"/>
              </a:ext>
            </a:extLst>
          </p:cNvPr>
          <p:cNvSpPr/>
          <p:nvPr/>
        </p:nvSpPr>
        <p:spPr>
          <a:xfrm>
            <a:off x="10997883" y="2031583"/>
            <a:ext cx="199418" cy="49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ulish SemiBold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ulish SemiBold" pitchFamily="2" charset="0"/>
            </a:endParaRPr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E392B805-6028-8165-42BE-A72157B80A3E}"/>
              </a:ext>
            </a:extLst>
          </p:cNvPr>
          <p:cNvCxnSpPr/>
          <p:nvPr/>
        </p:nvCxnSpPr>
        <p:spPr>
          <a:xfrm flipV="1">
            <a:off x="0" y="3727693"/>
            <a:ext cx="12152971" cy="411"/>
          </a:xfrm>
          <a:prstGeom prst="straightConnector1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8" name="Text 4">
            <a:extLst>
              <a:ext uri="{FF2B5EF4-FFF2-40B4-BE49-F238E27FC236}">
                <a16:creationId xmlns:a16="http://schemas.microsoft.com/office/drawing/2014/main" id="{69F38212-3278-F412-BDF7-4AC1FFBC4C44}"/>
              </a:ext>
            </a:extLst>
          </p:cNvPr>
          <p:cNvSpPr/>
          <p:nvPr/>
        </p:nvSpPr>
        <p:spPr>
          <a:xfrm>
            <a:off x="221056" y="3882425"/>
            <a:ext cx="2250963" cy="416761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ea typeface="Calibri"/>
                <a:cs typeface="Calibri"/>
              </a:rPr>
              <a:t>PRoblem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2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3558DE-FBF2-05EE-59F7-4A5D1F4B697E}"/>
              </a:ext>
            </a:extLst>
          </p:cNvPr>
          <p:cNvSpPr/>
          <p:nvPr/>
        </p:nvSpPr>
        <p:spPr>
          <a:xfrm>
            <a:off x="-19291" y="-42381"/>
            <a:ext cx="12200962" cy="69037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3B442CE-028C-D45B-C8E9-60323EDDF394}"/>
              </a:ext>
            </a:extLst>
          </p:cNvPr>
          <p:cNvSpPr/>
          <p:nvPr/>
        </p:nvSpPr>
        <p:spPr>
          <a:xfrm>
            <a:off x="3434651" y="877453"/>
            <a:ext cx="6342880" cy="502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7CC99BA-B7DA-D1B9-4DF1-C9C92D8AC0ED}"/>
              </a:ext>
            </a:extLst>
          </p:cNvPr>
          <p:cNvSpPr/>
          <p:nvPr/>
        </p:nvSpPr>
        <p:spPr>
          <a:xfrm>
            <a:off x="-1" y="0"/>
            <a:ext cx="12192001" cy="571735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7EAB419-C469-BFE2-8686-73077440DA5E}"/>
              </a:ext>
            </a:extLst>
          </p:cNvPr>
          <p:cNvSpPr/>
          <p:nvPr/>
        </p:nvSpPr>
        <p:spPr>
          <a:xfrm>
            <a:off x="297872" y="-138545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Mulish SemiBold"/>
              </a:rPr>
              <a:t>Accelerating Mortgage Disbursement Process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8A8FA-99ED-CE5E-9188-3D80687F4227}"/>
              </a:ext>
            </a:extLst>
          </p:cNvPr>
          <p:cNvSpPr/>
          <p:nvPr/>
        </p:nvSpPr>
        <p:spPr>
          <a:xfrm>
            <a:off x="113589" y="927037"/>
            <a:ext cx="3236345" cy="4937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A1FA9A-F4EF-02E8-4A01-465950243092}"/>
              </a:ext>
            </a:extLst>
          </p:cNvPr>
          <p:cNvSpPr/>
          <p:nvPr/>
        </p:nvSpPr>
        <p:spPr>
          <a:xfrm>
            <a:off x="9884631" y="880297"/>
            <a:ext cx="2288315" cy="4999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D8C165-1C5E-8F09-8CB3-9573A04E5CEF}"/>
              </a:ext>
            </a:extLst>
          </p:cNvPr>
          <p:cNvSpPr/>
          <p:nvPr/>
        </p:nvSpPr>
        <p:spPr>
          <a:xfrm>
            <a:off x="-5338" y="571395"/>
            <a:ext cx="12268185" cy="248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9D0BDE-0E26-102C-256B-5BB1895A9261}"/>
              </a:ext>
            </a:extLst>
          </p:cNvPr>
          <p:cNvSpPr/>
          <p:nvPr/>
        </p:nvSpPr>
        <p:spPr>
          <a:xfrm>
            <a:off x="5127" y="578463"/>
            <a:ext cx="12192359" cy="240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25BFAAC8-29A4-24DF-3FD5-40A038CDB9A4}"/>
              </a:ext>
            </a:extLst>
          </p:cNvPr>
          <p:cNvSpPr/>
          <p:nvPr/>
        </p:nvSpPr>
        <p:spPr>
          <a:xfrm>
            <a:off x="276912" y="600115"/>
            <a:ext cx="12012040" cy="21967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0" rIns="0" bIns="0" rtlCol="0" anchor="ctr"/>
          <a:lstStyle/>
          <a:p>
            <a:r>
              <a:rPr lang="en-US" sz="1200">
                <a:latin typeface="Mulish SemiBold"/>
                <a:ea typeface="Calibri"/>
                <a:cs typeface="Calibri"/>
              </a:rPr>
              <a:t>Creating a transparent, system-driven, and significantly faster mortgage disbursement journey for both customer and internal stakeholders.</a:t>
            </a:r>
          </a:p>
        </p:txBody>
      </p:sp>
      <p:sp>
        <p:nvSpPr>
          <p:cNvPr id="25" name="Text 46">
            <a:extLst>
              <a:ext uri="{FF2B5EF4-FFF2-40B4-BE49-F238E27FC236}">
                <a16:creationId xmlns:a16="http://schemas.microsoft.com/office/drawing/2014/main" id="{F6FB7F41-16F9-2FF0-0517-5E5C5018D206}"/>
              </a:ext>
            </a:extLst>
          </p:cNvPr>
          <p:cNvSpPr/>
          <p:nvPr/>
        </p:nvSpPr>
        <p:spPr>
          <a:xfrm>
            <a:off x="175422" y="1011501"/>
            <a:ext cx="304119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>
                <a:solidFill>
                  <a:srgbClr val="002060"/>
                </a:solidFill>
                <a:ea typeface="Calibri"/>
                <a:cs typeface="Calibri"/>
              </a:rPr>
              <a:t>Key Challenges &amp; Recommended Solutions</a:t>
            </a:r>
            <a:endParaRPr lang="en-US" sz="1200">
              <a:latin typeface="Mulish SemiBold"/>
              <a:ea typeface="Calibri"/>
              <a:cs typeface="Calibri"/>
            </a:endParaRPr>
          </a:p>
        </p:txBody>
      </p:sp>
      <p:sp>
        <p:nvSpPr>
          <p:cNvPr id="27" name="Text 46">
            <a:extLst>
              <a:ext uri="{FF2B5EF4-FFF2-40B4-BE49-F238E27FC236}">
                <a16:creationId xmlns:a16="http://schemas.microsoft.com/office/drawing/2014/main" id="{48290B0E-EE06-D9C0-C468-6041548AC126}"/>
              </a:ext>
            </a:extLst>
          </p:cNvPr>
          <p:cNvSpPr/>
          <p:nvPr/>
        </p:nvSpPr>
        <p:spPr>
          <a:xfrm>
            <a:off x="3588210" y="1088665"/>
            <a:ext cx="5392041" cy="26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Mulish SemiBold"/>
                <a:ea typeface="Calibri"/>
                <a:cs typeface="Calibri"/>
              </a:rPr>
              <a:t>Architectural Shift: Sequential to Parallel</a:t>
            </a:r>
          </a:p>
        </p:txBody>
      </p:sp>
      <p:sp>
        <p:nvSpPr>
          <p:cNvPr id="32" name="Text 46">
            <a:extLst>
              <a:ext uri="{FF2B5EF4-FFF2-40B4-BE49-F238E27FC236}">
                <a16:creationId xmlns:a16="http://schemas.microsoft.com/office/drawing/2014/main" id="{A66D7727-FF30-F0D9-2D56-0EAEE0FFF1CB}"/>
              </a:ext>
            </a:extLst>
          </p:cNvPr>
          <p:cNvSpPr/>
          <p:nvPr/>
        </p:nvSpPr>
        <p:spPr>
          <a:xfrm>
            <a:off x="8184528" y="1011500"/>
            <a:ext cx="5392041" cy="26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>
                <a:solidFill>
                  <a:srgbClr val="002060"/>
                </a:solidFill>
                <a:latin typeface="Mulish SemiBold"/>
                <a:ea typeface="Calibri"/>
                <a:cs typeface="Calibri"/>
              </a:rPr>
              <a:t>Impact</a:t>
            </a:r>
            <a:endParaRPr lang="en-US"/>
          </a:p>
        </p:txBody>
      </p:sp>
      <p:sp>
        <p:nvSpPr>
          <p:cNvPr id="36" name="Text 46">
            <a:extLst>
              <a:ext uri="{FF2B5EF4-FFF2-40B4-BE49-F238E27FC236}">
                <a16:creationId xmlns:a16="http://schemas.microsoft.com/office/drawing/2014/main" id="{4403DDCD-BE22-B685-CBEB-73C9F054082F}"/>
              </a:ext>
            </a:extLst>
          </p:cNvPr>
          <p:cNvSpPr/>
          <p:nvPr/>
        </p:nvSpPr>
        <p:spPr>
          <a:xfrm>
            <a:off x="126784" y="1838352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Customer cannot see required documents upfront.</a:t>
            </a:r>
            <a:endParaRPr lang="en-US" sz="900"/>
          </a:p>
        </p:txBody>
      </p:sp>
      <p:sp>
        <p:nvSpPr>
          <p:cNvPr id="37" name="Text 46">
            <a:extLst>
              <a:ext uri="{FF2B5EF4-FFF2-40B4-BE49-F238E27FC236}">
                <a16:creationId xmlns:a16="http://schemas.microsoft.com/office/drawing/2014/main" id="{8BEEFF32-A5A6-74B1-0D35-8D7AE8009181}"/>
              </a:ext>
            </a:extLst>
          </p:cNvPr>
          <p:cNvSpPr/>
          <p:nvPr/>
        </p:nvSpPr>
        <p:spPr>
          <a:xfrm>
            <a:off x="1966933" y="1814032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BRE based dynamic document checklist generated at journey start.</a:t>
            </a: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C39AB0-119D-BC15-655A-8C97E146B6DC}"/>
              </a:ext>
            </a:extLst>
          </p:cNvPr>
          <p:cNvSpPr/>
          <p:nvPr/>
        </p:nvSpPr>
        <p:spPr>
          <a:xfrm flipV="1">
            <a:off x="112895" y="2371004"/>
            <a:ext cx="3236391" cy="330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27AD77-6DED-324E-EB70-16B905A5E9FD}"/>
              </a:ext>
            </a:extLst>
          </p:cNvPr>
          <p:cNvSpPr/>
          <p:nvPr/>
        </p:nvSpPr>
        <p:spPr>
          <a:xfrm flipV="1">
            <a:off x="121001" y="3178973"/>
            <a:ext cx="3236391" cy="330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A1283D-F8DB-5FA5-AD8D-8C57DEF34A94}"/>
              </a:ext>
            </a:extLst>
          </p:cNvPr>
          <p:cNvSpPr/>
          <p:nvPr/>
        </p:nvSpPr>
        <p:spPr>
          <a:xfrm flipV="1">
            <a:off x="121000" y="4077652"/>
            <a:ext cx="3236391" cy="330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231D42-35C4-41C4-CE7B-D1DD77912395}"/>
              </a:ext>
            </a:extLst>
          </p:cNvPr>
          <p:cNvSpPr/>
          <p:nvPr/>
        </p:nvSpPr>
        <p:spPr>
          <a:xfrm flipV="1">
            <a:off x="120999" y="5009064"/>
            <a:ext cx="3236391" cy="330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46">
            <a:extLst>
              <a:ext uri="{FF2B5EF4-FFF2-40B4-BE49-F238E27FC236}">
                <a16:creationId xmlns:a16="http://schemas.microsoft.com/office/drawing/2014/main" id="{9CC9FFFC-303B-CF11-20E6-28462C2BA94A}"/>
              </a:ext>
            </a:extLst>
          </p:cNvPr>
          <p:cNvSpPr/>
          <p:nvPr/>
        </p:nvSpPr>
        <p:spPr>
          <a:xfrm>
            <a:off x="134890" y="2719279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Legal, technical, pricing &amp; </a:t>
            </a:r>
            <a:r>
              <a:rPr lang="en-US" sz="900" b="1" err="1">
                <a:ea typeface="Calibri"/>
                <a:cs typeface="Calibri"/>
              </a:rPr>
              <a:t>FinnOne</a:t>
            </a:r>
            <a:r>
              <a:rPr lang="en-US" sz="900" b="1">
                <a:ea typeface="Calibri"/>
                <a:cs typeface="Calibri"/>
              </a:rPr>
              <a:t> service triggers are unclear in the system</a:t>
            </a:r>
            <a:endParaRPr lang="en-US"/>
          </a:p>
        </p:txBody>
      </p:sp>
      <p:sp>
        <p:nvSpPr>
          <p:cNvPr id="43" name="Text 46">
            <a:extLst>
              <a:ext uri="{FF2B5EF4-FFF2-40B4-BE49-F238E27FC236}">
                <a16:creationId xmlns:a16="http://schemas.microsoft.com/office/drawing/2014/main" id="{DC95A779-6246-692E-EEFF-A67CD68D4BF9}"/>
              </a:ext>
            </a:extLst>
          </p:cNvPr>
          <p:cNvSpPr/>
          <p:nvPr/>
        </p:nvSpPr>
        <p:spPr>
          <a:xfrm>
            <a:off x="1918293" y="2719278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System triggers configured to reduce manual interventions</a:t>
            </a:r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D081D94-05C9-0D3C-E58E-B55335976B32}"/>
              </a:ext>
            </a:extLst>
          </p:cNvPr>
          <p:cNvSpPr/>
          <p:nvPr/>
        </p:nvSpPr>
        <p:spPr>
          <a:xfrm>
            <a:off x="126783" y="3528788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Multiple manual interventions &amp; handoffs across stakeholders</a:t>
            </a:r>
            <a:endParaRPr lang="en-US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AE2F7644-CCFF-4571-BD45-6C7ED4220B56}"/>
              </a:ext>
            </a:extLst>
          </p:cNvPr>
          <p:cNvSpPr/>
          <p:nvPr/>
        </p:nvSpPr>
        <p:spPr>
          <a:xfrm>
            <a:off x="1934506" y="3528787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Unified UI </a:t>
            </a:r>
            <a:r>
              <a:rPr lang="en-US" sz="900" b="1" err="1">
                <a:ea typeface="Calibri"/>
                <a:cs typeface="Calibri"/>
              </a:rPr>
              <a:t>dashboar</a:t>
            </a:r>
            <a:r>
              <a:rPr lang="en-US" sz="900" b="1">
                <a:ea typeface="Calibri"/>
                <a:cs typeface="Calibri"/>
              </a:rPr>
              <a:t>d providing a single source of truth for customers and internal teams</a:t>
            </a:r>
            <a:endParaRPr lang="en-US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392F2978-F16E-C603-6E75-2FD4CE620F39}"/>
              </a:ext>
            </a:extLst>
          </p:cNvPr>
          <p:cNvSpPr/>
          <p:nvPr/>
        </p:nvSpPr>
        <p:spPr>
          <a:xfrm>
            <a:off x="175421" y="4449016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Process is strictly sequential, creating massive bottlenecks</a:t>
            </a:r>
            <a:endParaRPr lang="en-US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D04E261F-5486-B16C-B1FC-86FB987DF5D7}"/>
              </a:ext>
            </a:extLst>
          </p:cNvPr>
          <p:cNvSpPr/>
          <p:nvPr/>
        </p:nvSpPr>
        <p:spPr>
          <a:xfrm>
            <a:off x="1942611" y="4449015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Task dependency engine deployed to allow  parallel execution of independent tasks </a:t>
            </a:r>
            <a:endParaRPr lang="en-US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A8847181-FF3C-A4E1-B0C8-FA4320F6DA36}"/>
              </a:ext>
            </a:extLst>
          </p:cNvPr>
          <p:cNvSpPr/>
          <p:nvPr/>
        </p:nvSpPr>
        <p:spPr>
          <a:xfrm>
            <a:off x="167314" y="5382788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Checks (e.g., pricing blockers) are </a:t>
            </a:r>
            <a:r>
              <a:rPr lang="en-US" sz="900" b="1" err="1">
                <a:ea typeface="Calibri"/>
                <a:cs typeface="Calibri"/>
              </a:rPr>
              <a:t>fragmen</a:t>
            </a:r>
            <a:r>
              <a:rPr lang="en-US" sz="900" b="1">
                <a:ea typeface="Calibri"/>
                <a:cs typeface="Calibri"/>
              </a:rPr>
              <a:t>ted and not standardized</a:t>
            </a:r>
            <a:endParaRPr lang="en-US"/>
          </a:p>
        </p:txBody>
      </p:sp>
      <p:sp>
        <p:nvSpPr>
          <p:cNvPr id="53" name="Text 46">
            <a:extLst>
              <a:ext uri="{FF2B5EF4-FFF2-40B4-BE49-F238E27FC236}">
                <a16:creationId xmlns:a16="http://schemas.microsoft.com/office/drawing/2014/main" id="{8F850075-FA31-1F10-5265-B0E5208FB850}"/>
              </a:ext>
            </a:extLst>
          </p:cNvPr>
          <p:cNvSpPr/>
          <p:nvPr/>
        </p:nvSpPr>
        <p:spPr>
          <a:xfrm>
            <a:off x="1966929" y="5382787"/>
            <a:ext cx="1371276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>
                <a:ea typeface="Calibri"/>
                <a:cs typeface="Calibri"/>
              </a:rPr>
              <a:t>Fully standardized process with automated, system-enforced checks</a:t>
            </a:r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9691E2-DD3F-A483-EBE3-4B15FB601D3C}"/>
              </a:ext>
            </a:extLst>
          </p:cNvPr>
          <p:cNvSpPr txBox="1"/>
          <p:nvPr/>
        </p:nvSpPr>
        <p:spPr>
          <a:xfrm>
            <a:off x="110896" y="5916910"/>
            <a:ext cx="257539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053C6D"/>
                </a:solidFill>
                <a:latin typeface="Mulish SemiBold"/>
              </a:rPr>
              <a:t>Deployment Roadmap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8E367E-B531-FF7C-DBB7-ADC351E55E5C}"/>
              </a:ext>
            </a:extLst>
          </p:cNvPr>
          <p:cNvSpPr txBox="1"/>
          <p:nvPr/>
        </p:nvSpPr>
        <p:spPr>
          <a:xfrm>
            <a:off x="657825" y="6195861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Phase 1 : Process Design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6992BB-FA50-DC2B-2457-3AD537243431}"/>
              </a:ext>
            </a:extLst>
          </p:cNvPr>
          <p:cNvSpPr txBox="1"/>
          <p:nvPr/>
        </p:nvSpPr>
        <p:spPr>
          <a:xfrm>
            <a:off x="8598630" y="6177718"/>
            <a:ext cx="234778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Phase 3 : Pilot and Rollout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136089-1262-DA82-D40C-8C768264281B}"/>
              </a:ext>
            </a:extLst>
          </p:cNvPr>
          <p:cNvSpPr txBox="1"/>
          <p:nvPr/>
        </p:nvSpPr>
        <p:spPr>
          <a:xfrm>
            <a:off x="4109062" y="6193932"/>
            <a:ext cx="266445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Phase 2 : System Development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0DB462-025B-E36B-6E8F-D72636FBA5DC}"/>
              </a:ext>
            </a:extLst>
          </p:cNvPr>
          <p:cNvSpPr txBox="1"/>
          <p:nvPr/>
        </p:nvSpPr>
        <p:spPr>
          <a:xfrm>
            <a:off x="656038" y="6443790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SemiBold"/>
              </a:rPr>
              <a:t>Stakeholder's consent</a:t>
            </a:r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EE20B4B-B9B3-F8DA-925D-47FD25171420}"/>
              </a:ext>
            </a:extLst>
          </p:cNvPr>
          <p:cNvSpPr txBox="1"/>
          <p:nvPr/>
        </p:nvSpPr>
        <p:spPr>
          <a:xfrm>
            <a:off x="3664999" y="6439649"/>
            <a:ext cx="355510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/>
              <a:t>Changes in BRE and system logics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0AC6ED-5289-5093-D0EC-3D564A65178B}"/>
              </a:ext>
            </a:extLst>
          </p:cNvPr>
          <p:cNvSpPr txBox="1"/>
          <p:nvPr/>
        </p:nvSpPr>
        <p:spPr>
          <a:xfrm>
            <a:off x="8185203" y="6454072"/>
            <a:ext cx="316916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SemiBold"/>
              </a:rPr>
              <a:t>Testing &amp; Deployment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B97FB85-9107-CC7C-E0A5-DA08CEC58D7A}"/>
              </a:ext>
            </a:extLst>
          </p:cNvPr>
          <p:cNvCxnSpPr/>
          <p:nvPr/>
        </p:nvCxnSpPr>
        <p:spPr>
          <a:xfrm flipV="1">
            <a:off x="184856" y="6716539"/>
            <a:ext cx="11819390" cy="164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487EB9F-D85C-72F1-4C78-54FCA688638C}"/>
              </a:ext>
            </a:extLst>
          </p:cNvPr>
          <p:cNvCxnSpPr/>
          <p:nvPr/>
        </p:nvCxnSpPr>
        <p:spPr>
          <a:xfrm>
            <a:off x="200920" y="6669376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E044ECA-B5E7-5F26-0BAF-281A8B570E27}"/>
              </a:ext>
            </a:extLst>
          </p:cNvPr>
          <p:cNvCxnSpPr>
            <a:cxnSpLocks/>
          </p:cNvCxnSpPr>
          <p:nvPr/>
        </p:nvCxnSpPr>
        <p:spPr>
          <a:xfrm>
            <a:off x="3217110" y="6661269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081D11E-8C54-C47E-2208-DBD59D12F59F}"/>
              </a:ext>
            </a:extLst>
          </p:cNvPr>
          <p:cNvCxnSpPr>
            <a:cxnSpLocks/>
          </p:cNvCxnSpPr>
          <p:nvPr/>
        </p:nvCxnSpPr>
        <p:spPr>
          <a:xfrm>
            <a:off x="7481067" y="6636950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F1828CB8-A0F8-540D-83D1-3BF60E5EE3EA}"/>
              </a:ext>
            </a:extLst>
          </p:cNvPr>
          <p:cNvSpPr/>
          <p:nvPr/>
        </p:nvSpPr>
        <p:spPr>
          <a:xfrm>
            <a:off x="1663313" y="1955245"/>
            <a:ext cx="185136" cy="150423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873CF4C-7645-44BC-E5A8-2CE02E9C8ED1}"/>
              </a:ext>
            </a:extLst>
          </p:cNvPr>
          <p:cNvSpPr/>
          <p:nvPr/>
        </p:nvSpPr>
        <p:spPr>
          <a:xfrm>
            <a:off x="1682603" y="2842637"/>
            <a:ext cx="185136" cy="150423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6574D518-A62F-5BD0-74E2-633C21091626}"/>
              </a:ext>
            </a:extLst>
          </p:cNvPr>
          <p:cNvSpPr/>
          <p:nvPr/>
        </p:nvSpPr>
        <p:spPr>
          <a:xfrm>
            <a:off x="1682602" y="3652864"/>
            <a:ext cx="185136" cy="150423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94AA7EC-9D8D-15A5-1ED7-B68C03D24040}"/>
              </a:ext>
            </a:extLst>
          </p:cNvPr>
          <p:cNvSpPr/>
          <p:nvPr/>
        </p:nvSpPr>
        <p:spPr>
          <a:xfrm>
            <a:off x="1682602" y="4569193"/>
            <a:ext cx="185136" cy="150423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EF49CB96-11B8-E433-29B0-B6F4852BC517}"/>
              </a:ext>
            </a:extLst>
          </p:cNvPr>
          <p:cNvSpPr/>
          <p:nvPr/>
        </p:nvSpPr>
        <p:spPr>
          <a:xfrm>
            <a:off x="1692247" y="5427648"/>
            <a:ext cx="185136" cy="150423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C79350F-B420-31E0-2CB6-896C2ED870F7}"/>
              </a:ext>
            </a:extLst>
          </p:cNvPr>
          <p:cNvGrpSpPr/>
          <p:nvPr/>
        </p:nvGrpSpPr>
        <p:grpSpPr>
          <a:xfrm>
            <a:off x="3433363" y="1332387"/>
            <a:ext cx="6341675" cy="4040835"/>
            <a:chOff x="2642426" y="1293804"/>
            <a:chExt cx="6341675" cy="4040835"/>
          </a:xfrm>
        </p:grpSpPr>
        <p:pic>
          <p:nvPicPr>
            <p:cNvPr id="14" name="Picture 2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B5FD397D-3BE8-1585-25CA-767CE662C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679" t="18252" r="20121" b="17738"/>
            <a:stretch>
              <a:fillRect/>
            </a:stretch>
          </p:blipFill>
          <p:spPr>
            <a:xfrm>
              <a:off x="2642426" y="1293804"/>
              <a:ext cx="6341675" cy="4040835"/>
            </a:xfrm>
            <a:prstGeom prst="rect">
              <a:avLst/>
            </a:prstGeom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AA07BF2-75A6-B73B-B202-BBCF74C779C9}"/>
                </a:ext>
              </a:extLst>
            </p:cNvPr>
            <p:cNvSpPr/>
            <p:nvPr/>
          </p:nvSpPr>
          <p:spPr>
            <a:xfrm>
              <a:off x="2772606" y="3950130"/>
              <a:ext cx="947639" cy="623773"/>
            </a:xfrm>
            <a:prstGeom prst="roundRect">
              <a:avLst/>
            </a:prstGeom>
            <a:solidFill>
              <a:srgbClr val="002060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/>
                <a:t>BRE Dynamic Checklist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C017AA5-0074-585D-2C10-5912F1962525}"/>
                </a:ext>
              </a:extLst>
            </p:cNvPr>
            <p:cNvSpPr/>
            <p:nvPr/>
          </p:nvSpPr>
          <p:spPr>
            <a:xfrm>
              <a:off x="7847526" y="3927269"/>
              <a:ext cx="1040043" cy="699973"/>
            </a:xfrm>
            <a:prstGeom prst="roundRect">
              <a:avLst/>
            </a:prstGeom>
            <a:solidFill>
              <a:srgbClr val="053B04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050"/>
                <a:t>Faster       </a:t>
              </a:r>
              <a:r>
                <a:rPr lang="en-US" sz="800"/>
                <a:t>Disbursement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137EAB2-4FC8-78D9-46FB-A14DB963C62E}"/>
                </a:ext>
              </a:extLst>
            </p:cNvPr>
            <p:cNvSpPr/>
            <p:nvPr/>
          </p:nvSpPr>
          <p:spPr>
            <a:xfrm>
              <a:off x="6445446" y="4565323"/>
              <a:ext cx="962300" cy="1818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900">
                  <a:solidFill>
                    <a:srgbClr val="0070C0"/>
                  </a:solidFill>
                  <a:latin typeface="Mulish ExtraBold"/>
                </a:rPr>
                <a:t>Task Engine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14BE0CA-1ED7-5F57-6512-7553F8C4288B}"/>
                </a:ext>
              </a:extLst>
            </p:cNvPr>
            <p:cNvSpPr/>
            <p:nvPr/>
          </p:nvSpPr>
          <p:spPr>
            <a:xfrm>
              <a:off x="4321492" y="4655218"/>
              <a:ext cx="1465799" cy="1818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900">
                  <a:solidFill>
                    <a:srgbClr val="166615"/>
                  </a:solidFill>
                  <a:latin typeface="Mulish ExtraBold"/>
                </a:rPr>
                <a:t>Doc Validation Track</a:t>
              </a:r>
              <a:endParaRPr lang="en-US">
                <a:solidFill>
                  <a:srgbClr val="166615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6C9D44A-EDB7-8557-1E70-AD1EB12D7FA5}"/>
                </a:ext>
              </a:extLst>
            </p:cNvPr>
            <p:cNvSpPr/>
            <p:nvPr/>
          </p:nvSpPr>
          <p:spPr>
            <a:xfrm>
              <a:off x="4311846" y="3919646"/>
              <a:ext cx="1465799" cy="1818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900">
                  <a:solidFill>
                    <a:srgbClr val="002060"/>
                  </a:solidFill>
                  <a:latin typeface="Mulish ExtraBold"/>
                </a:rPr>
                <a:t>Technical Track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E52BDA0-09FB-F0E5-41CD-38E9FCE128F9}"/>
                </a:ext>
              </a:extLst>
            </p:cNvPr>
            <p:cNvSpPr/>
            <p:nvPr/>
          </p:nvSpPr>
          <p:spPr>
            <a:xfrm>
              <a:off x="4340300" y="3190152"/>
              <a:ext cx="1465799" cy="1818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900">
                  <a:solidFill>
                    <a:srgbClr val="0070C0"/>
                  </a:solidFill>
                  <a:latin typeface="Mulish ExtraBold"/>
                </a:rPr>
                <a:t>Legal Track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15A89EE-B546-D677-5CB6-1955482C7DA3}"/>
                </a:ext>
              </a:extLst>
            </p:cNvPr>
            <p:cNvSpPr/>
            <p:nvPr/>
          </p:nvSpPr>
          <p:spPr>
            <a:xfrm>
              <a:off x="2818710" y="2915930"/>
              <a:ext cx="2341617" cy="2686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000">
                  <a:solidFill>
                    <a:schemeClr val="tx1"/>
                  </a:solidFill>
                  <a:latin typeface="Mulish ExtraBold"/>
                </a:rPr>
                <a:t>Future State : Parallel Automation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7F5CA4B0-A6AB-C607-C4D2-EA0AA6E01A4F}"/>
                </a:ext>
              </a:extLst>
            </p:cNvPr>
            <p:cNvSpPr/>
            <p:nvPr/>
          </p:nvSpPr>
          <p:spPr>
            <a:xfrm>
              <a:off x="6452742" y="3787539"/>
              <a:ext cx="856291" cy="786882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Graphic 30" descr="Gears with solid fill">
              <a:extLst>
                <a:ext uri="{FF2B5EF4-FFF2-40B4-BE49-F238E27FC236}">
                  <a16:creationId xmlns:a16="http://schemas.microsoft.com/office/drawing/2014/main" id="{A4C894DE-EEE2-F027-78A4-9B542B52E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74420" y="3917065"/>
              <a:ext cx="731135" cy="644325"/>
            </a:xfrm>
            <a:prstGeom prst="rect">
              <a:avLst/>
            </a:prstGeom>
          </p:spPr>
        </p:pic>
        <p:pic>
          <p:nvPicPr>
            <p:cNvPr id="34" name="Graphic 33" descr="Single gear with solid fill">
              <a:extLst>
                <a:ext uri="{FF2B5EF4-FFF2-40B4-BE49-F238E27FC236}">
                  <a16:creationId xmlns:a16="http://schemas.microsoft.com/office/drawing/2014/main" id="{ACED1CBC-F264-6AA8-70CF-3647DDF8D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97256" y="3965293"/>
              <a:ext cx="393540" cy="316376"/>
            </a:xfrm>
            <a:prstGeom prst="rect">
              <a:avLst/>
            </a:prstGeom>
          </p:spPr>
        </p:pic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E8D0F35-2643-580C-7551-7CD047FA1C3E}"/>
                </a:ext>
              </a:extLst>
            </p:cNvPr>
            <p:cNvSpPr/>
            <p:nvPr/>
          </p:nvSpPr>
          <p:spPr>
            <a:xfrm>
              <a:off x="2770482" y="1710233"/>
              <a:ext cx="2341617" cy="26862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000">
                  <a:solidFill>
                    <a:schemeClr val="tx1"/>
                  </a:solidFill>
                  <a:latin typeface="Mulish ExtraBold"/>
                </a:rPr>
                <a:t>Current State : Sequential Process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F3E5EEF-189A-FC7D-8479-89E9FE73D5F8}"/>
                </a:ext>
              </a:extLst>
            </p:cNvPr>
            <p:cNvSpPr/>
            <p:nvPr/>
          </p:nvSpPr>
          <p:spPr>
            <a:xfrm>
              <a:off x="2751190" y="1295473"/>
              <a:ext cx="3865617" cy="42295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400">
                  <a:solidFill>
                    <a:schemeClr val="tx1"/>
                  </a:solidFill>
                  <a:latin typeface="Mulish ExtraBold"/>
                </a:rPr>
                <a:t>Architectural Shift : Sequential to Parallel</a:t>
              </a:r>
            </a:p>
          </p:txBody>
        </p:sp>
      </p:grpSp>
      <p:pic>
        <p:nvPicPr>
          <p:cNvPr id="62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E7108FBD-5BAE-B8B9-BC33-84096DD7F6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94" t="18217" r="20329" b="17996"/>
          <a:stretch>
            <a:fillRect/>
          </a:stretch>
        </p:blipFill>
        <p:spPr>
          <a:xfrm>
            <a:off x="3539432" y="1277630"/>
            <a:ext cx="6205257" cy="4026764"/>
          </a:xfrm>
          <a:prstGeom prst="rect">
            <a:avLst/>
          </a:prstGeom>
        </p:spPr>
      </p:pic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E4A039A-1C74-5120-AB5B-2C674E0D95DC}"/>
              </a:ext>
            </a:extLst>
          </p:cNvPr>
          <p:cNvSpPr/>
          <p:nvPr/>
        </p:nvSpPr>
        <p:spPr>
          <a:xfrm>
            <a:off x="3582834" y="3940485"/>
            <a:ext cx="947639" cy="623773"/>
          </a:xfrm>
          <a:prstGeom prst="roundRect">
            <a:avLst/>
          </a:prstGeom>
          <a:solidFill>
            <a:srgbClr val="002060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BRE Dynamic Checklist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3520391-BED7-30A6-9DE5-9A6780381722}"/>
              </a:ext>
            </a:extLst>
          </p:cNvPr>
          <p:cNvSpPr/>
          <p:nvPr/>
        </p:nvSpPr>
        <p:spPr>
          <a:xfrm>
            <a:off x="8677045" y="3917624"/>
            <a:ext cx="1040043" cy="699973"/>
          </a:xfrm>
          <a:prstGeom prst="roundRect">
            <a:avLst/>
          </a:prstGeom>
          <a:solidFill>
            <a:srgbClr val="053B0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/>
              <a:t>Faster       </a:t>
            </a:r>
            <a:r>
              <a:rPr lang="en-US" sz="800"/>
              <a:t>Disbursement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55C607F6-5497-6050-D395-DCF8EC36B98E}"/>
              </a:ext>
            </a:extLst>
          </p:cNvPr>
          <p:cNvSpPr/>
          <p:nvPr/>
        </p:nvSpPr>
        <p:spPr>
          <a:xfrm>
            <a:off x="7274965" y="4555678"/>
            <a:ext cx="962300" cy="1818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solidFill>
                  <a:srgbClr val="0070C0"/>
                </a:solidFill>
                <a:latin typeface="Mulish ExtraBold"/>
              </a:rPr>
              <a:t>Task Engine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2B62403-262A-7B0E-CD43-FE21492DECC9}"/>
              </a:ext>
            </a:extLst>
          </p:cNvPr>
          <p:cNvSpPr/>
          <p:nvPr/>
        </p:nvSpPr>
        <p:spPr>
          <a:xfrm>
            <a:off x="5131720" y="4645573"/>
            <a:ext cx="1465799" cy="1818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solidFill>
                  <a:srgbClr val="166615"/>
                </a:solidFill>
                <a:latin typeface="Mulish ExtraBold"/>
              </a:rPr>
              <a:t>Doc Validation Track</a:t>
            </a:r>
            <a:endParaRPr lang="en-US">
              <a:solidFill>
                <a:srgbClr val="166615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2C83759-BCB4-E6C9-49E0-E5F537836864}"/>
              </a:ext>
            </a:extLst>
          </p:cNvPr>
          <p:cNvSpPr/>
          <p:nvPr/>
        </p:nvSpPr>
        <p:spPr>
          <a:xfrm>
            <a:off x="5122074" y="3910001"/>
            <a:ext cx="1465799" cy="1818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solidFill>
                  <a:srgbClr val="002060"/>
                </a:solidFill>
                <a:latin typeface="Mulish ExtraBold"/>
              </a:rPr>
              <a:t>Technical Track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BD3E33C-6585-90FF-E96E-840C8DA871A7}"/>
              </a:ext>
            </a:extLst>
          </p:cNvPr>
          <p:cNvSpPr/>
          <p:nvPr/>
        </p:nvSpPr>
        <p:spPr>
          <a:xfrm>
            <a:off x="5150528" y="3180507"/>
            <a:ext cx="1465799" cy="1818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900">
                <a:solidFill>
                  <a:srgbClr val="0070C0"/>
                </a:solidFill>
                <a:latin typeface="Mulish ExtraBold"/>
              </a:rPr>
              <a:t>Legal Track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161FE09-8E80-782E-A45F-BE7CAC837B00}"/>
              </a:ext>
            </a:extLst>
          </p:cNvPr>
          <p:cNvSpPr/>
          <p:nvPr/>
        </p:nvSpPr>
        <p:spPr>
          <a:xfrm>
            <a:off x="3628938" y="2906285"/>
            <a:ext cx="2341617" cy="26862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chemeClr val="tx1"/>
                </a:solidFill>
                <a:latin typeface="Mulish ExtraBold"/>
              </a:rPr>
              <a:t>Future State : Parallel Automation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BC354AB-1363-CC9C-526D-AEFB1570BE8B}"/>
              </a:ext>
            </a:extLst>
          </p:cNvPr>
          <p:cNvSpPr/>
          <p:nvPr/>
        </p:nvSpPr>
        <p:spPr>
          <a:xfrm>
            <a:off x="3580710" y="1700588"/>
            <a:ext cx="2341617" cy="26862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00">
                <a:solidFill>
                  <a:schemeClr val="tx1"/>
                </a:solidFill>
                <a:latin typeface="Mulish ExtraBold"/>
              </a:rPr>
              <a:t>Current State : Sequential Process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DBD913C-E1DC-4AFA-81C2-03B0E59253D5}"/>
              </a:ext>
            </a:extLst>
          </p:cNvPr>
          <p:cNvSpPr/>
          <p:nvPr/>
        </p:nvSpPr>
        <p:spPr>
          <a:xfrm>
            <a:off x="3534891" y="1283923"/>
            <a:ext cx="5662003" cy="37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7D266CE-5286-4B5B-8134-CDCF997EC6F1}"/>
              </a:ext>
            </a:extLst>
          </p:cNvPr>
          <p:cNvGrpSpPr/>
          <p:nvPr/>
        </p:nvGrpSpPr>
        <p:grpSpPr>
          <a:xfrm>
            <a:off x="9908242" y="941088"/>
            <a:ext cx="2281776" cy="4819463"/>
            <a:chOff x="9068487" y="1168152"/>
            <a:chExt cx="2281776" cy="464583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C2231AB-5A8D-6978-6AA6-1ADF197042FF}"/>
                </a:ext>
              </a:extLst>
            </p:cNvPr>
            <p:cNvSpPr/>
            <p:nvPr/>
          </p:nvSpPr>
          <p:spPr>
            <a:xfrm>
              <a:off x="9074885" y="1168152"/>
              <a:ext cx="2100577" cy="28417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200">
                  <a:solidFill>
                    <a:schemeClr val="tx1"/>
                  </a:solidFill>
                  <a:latin typeface="Mulish ExtraBold"/>
                </a:rPr>
                <a:t>Impact 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EC2074B-0578-C162-E0AE-C92D8E56237F}"/>
                </a:ext>
              </a:extLst>
            </p:cNvPr>
            <p:cNvSpPr/>
            <p:nvPr/>
          </p:nvSpPr>
          <p:spPr>
            <a:xfrm>
              <a:off x="9074884" y="1590686"/>
              <a:ext cx="2022822" cy="26084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2000">
                  <a:solidFill>
                    <a:schemeClr val="tx1"/>
                  </a:solidFill>
                  <a:latin typeface="Mulish ExtraBold"/>
                </a:rPr>
                <a:t>11    8 Steps</a:t>
              </a: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18DB1A8D-BB3B-93AD-B112-3E61EA0D63AA}"/>
                </a:ext>
              </a:extLst>
            </p:cNvPr>
            <p:cNvSpPr/>
            <p:nvPr/>
          </p:nvSpPr>
          <p:spPr>
            <a:xfrm>
              <a:off x="9497871" y="1648764"/>
              <a:ext cx="147033" cy="157762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9C6DA37-854D-8F71-A954-A09D5BE7E767}"/>
                </a:ext>
              </a:extLst>
            </p:cNvPr>
            <p:cNvSpPr/>
            <p:nvPr/>
          </p:nvSpPr>
          <p:spPr>
            <a:xfrm>
              <a:off x="9074885" y="1978380"/>
              <a:ext cx="2082270" cy="5890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400">
                  <a:solidFill>
                    <a:srgbClr val="053B04"/>
                  </a:solidFill>
                  <a:latin typeface="Mulish ExtraBold"/>
                </a:rPr>
                <a:t>30% + Reduction in Total Process Steps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1447E50-AE0F-ED5A-815F-4A305BF2EBB8}"/>
                </a:ext>
              </a:extLst>
            </p:cNvPr>
            <p:cNvSpPr/>
            <p:nvPr/>
          </p:nvSpPr>
          <p:spPr>
            <a:xfrm>
              <a:off x="9512579" y="2643924"/>
              <a:ext cx="1638868" cy="54834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000" b="1">
                  <a:solidFill>
                    <a:schemeClr val="tx1"/>
                  </a:solidFill>
                  <a:latin typeface="Mulish SemiBold"/>
                </a:rPr>
                <a:t>Faster overall disbursement turnaround time.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C6A8BF5-1277-02D5-934A-219365F0E4FC}"/>
                </a:ext>
              </a:extLst>
            </p:cNvPr>
            <p:cNvSpPr/>
            <p:nvPr/>
          </p:nvSpPr>
          <p:spPr>
            <a:xfrm>
              <a:off x="9543680" y="3319115"/>
              <a:ext cx="1682175" cy="8433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000" b="1">
                  <a:solidFill>
                    <a:schemeClr val="tx1"/>
                  </a:solidFill>
                  <a:latin typeface="Mulish SemiBold"/>
                </a:rPr>
                <a:t>Full upfront document visibility and transparency for customers.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44B36B9-7525-EBDD-6919-1361A1B44928}"/>
                </a:ext>
              </a:extLst>
            </p:cNvPr>
            <p:cNvSpPr/>
            <p:nvPr/>
          </p:nvSpPr>
          <p:spPr>
            <a:xfrm>
              <a:off x="9559230" y="4171664"/>
              <a:ext cx="1791033" cy="88623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000" b="1">
                  <a:solidFill>
                    <a:schemeClr val="tx1"/>
                  </a:solidFill>
                  <a:latin typeface="Mulish SemiBold"/>
                </a:rPr>
                <a:t>Elimination of unnecessary manual stakeholder dependencies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191CDDF-903C-05DB-48CB-25C33E70211E}"/>
                </a:ext>
              </a:extLst>
            </p:cNvPr>
            <p:cNvSpPr/>
            <p:nvPr/>
          </p:nvSpPr>
          <p:spPr>
            <a:xfrm>
              <a:off x="9565435" y="5059352"/>
              <a:ext cx="1767704" cy="7546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sz="1000" b="1">
                  <a:solidFill>
                    <a:schemeClr val="tx1"/>
                  </a:solidFill>
                  <a:latin typeface="Mulish SemiBold"/>
                </a:rPr>
                <a:t>Real-time improved stakeholder tracking capabilities.</a:t>
              </a:r>
            </a:p>
          </p:txBody>
        </p:sp>
        <p:pic>
          <p:nvPicPr>
            <p:cNvPr id="46" name="Graphic 45" descr="Stopwatch with solid fill">
              <a:extLst>
                <a:ext uri="{FF2B5EF4-FFF2-40B4-BE49-F238E27FC236}">
                  <a16:creationId xmlns:a16="http://schemas.microsoft.com/office/drawing/2014/main" id="{99084104-C6DD-E5D7-7D65-420E673A0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068487" y="2682431"/>
              <a:ext cx="432124" cy="381732"/>
            </a:xfrm>
            <a:prstGeom prst="rect">
              <a:avLst/>
            </a:prstGeom>
          </p:spPr>
        </p:pic>
        <p:pic>
          <p:nvPicPr>
            <p:cNvPr id="47" name="Graphic 46" descr="Document with solid fill">
              <a:extLst>
                <a:ext uri="{FF2B5EF4-FFF2-40B4-BE49-F238E27FC236}">
                  <a16:creationId xmlns:a16="http://schemas.microsoft.com/office/drawing/2014/main" id="{CB6813A7-D64A-3357-5446-E2382EF37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121402" y="3474395"/>
              <a:ext cx="436124" cy="419912"/>
            </a:xfrm>
            <a:prstGeom prst="rect">
              <a:avLst/>
            </a:prstGeom>
          </p:spPr>
        </p:pic>
        <p:pic>
          <p:nvPicPr>
            <p:cNvPr id="55" name="Graphic 54" descr="Link with solid fill">
              <a:extLst>
                <a:ext uri="{FF2B5EF4-FFF2-40B4-BE49-F238E27FC236}">
                  <a16:creationId xmlns:a16="http://schemas.microsoft.com/office/drawing/2014/main" id="{EBC096C8-8056-1DDF-E175-C57B91B0C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171178" y="4382671"/>
              <a:ext cx="432881" cy="425856"/>
            </a:xfrm>
            <a:prstGeom prst="rect">
              <a:avLst/>
            </a:prstGeom>
          </p:spPr>
        </p:pic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42F8A24-43C3-316C-A043-25F9BD46442F}"/>
                </a:ext>
              </a:extLst>
            </p:cNvPr>
            <p:cNvCxnSpPr/>
            <p:nvPr/>
          </p:nvCxnSpPr>
          <p:spPr>
            <a:xfrm flipH="1">
              <a:off x="9406301" y="4383422"/>
              <a:ext cx="34194" cy="80080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25EA312-4FC2-2450-BF90-ED833E4545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7693" y="4447286"/>
              <a:ext cx="61025" cy="63982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5747352-62B6-0D3F-D736-EBC21A415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02119" y="4542252"/>
              <a:ext cx="103954" cy="21051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6C39E26-9ED1-565A-CDD7-78CE7543E5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3093" y="4630445"/>
              <a:ext cx="84994" cy="70844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774CF598-41B5-3420-6B17-180FC9E435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0497" y="4682813"/>
              <a:ext cx="43977" cy="73022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773E926-468C-EA49-E503-DF875B8D0E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5994" y="4716180"/>
              <a:ext cx="12515" cy="69635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0" name="Graphic 79" descr="Bullseye with solid fill">
              <a:extLst>
                <a:ext uri="{FF2B5EF4-FFF2-40B4-BE49-F238E27FC236}">
                  <a16:creationId xmlns:a16="http://schemas.microsoft.com/office/drawing/2014/main" id="{477BA8DA-7205-3E98-243B-50FFA8403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215015" y="5223932"/>
              <a:ext cx="313269" cy="338669"/>
            </a:xfrm>
            <a:prstGeom prst="rect">
              <a:avLst/>
            </a:prstGeom>
          </p:spPr>
        </p:pic>
      </p:grpSp>
      <p:pic>
        <p:nvPicPr>
          <p:cNvPr id="94" name="Graphic 93" descr="Zoom in with solid fill">
            <a:extLst>
              <a:ext uri="{FF2B5EF4-FFF2-40B4-BE49-F238E27FC236}">
                <a16:creationId xmlns:a16="http://schemas.microsoft.com/office/drawing/2014/main" id="{09990E1B-22CE-86BF-5D65-6E5593B55F1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flipH="1">
            <a:off x="652041" y="1496028"/>
            <a:ext cx="339524" cy="335666"/>
          </a:xfrm>
          <a:prstGeom prst="rect">
            <a:avLst/>
          </a:prstGeom>
        </p:spPr>
      </p:pic>
      <p:pic>
        <p:nvPicPr>
          <p:cNvPr id="96" name="Graphic 95" descr="Daily calendar with solid fill">
            <a:extLst>
              <a:ext uri="{FF2B5EF4-FFF2-40B4-BE49-F238E27FC236}">
                <a16:creationId xmlns:a16="http://schemas.microsoft.com/office/drawing/2014/main" id="{385D97A5-EF88-E2F7-C58E-6A126CCBDE4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552218" y="5113115"/>
            <a:ext cx="287438" cy="287438"/>
          </a:xfrm>
          <a:prstGeom prst="rect">
            <a:avLst/>
          </a:prstGeom>
        </p:spPr>
      </p:pic>
      <p:pic>
        <p:nvPicPr>
          <p:cNvPr id="98" name="Graphic 97" descr="Warning with solid fill">
            <a:extLst>
              <a:ext uri="{FF2B5EF4-FFF2-40B4-BE49-F238E27FC236}">
                <a16:creationId xmlns:a16="http://schemas.microsoft.com/office/drawing/2014/main" id="{4F106402-3EEE-6C11-F4A7-2A6A33596B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2713" y="5082370"/>
            <a:ext cx="287438" cy="287438"/>
          </a:xfrm>
          <a:prstGeom prst="rect">
            <a:avLst/>
          </a:prstGeom>
        </p:spPr>
      </p:pic>
      <p:pic>
        <p:nvPicPr>
          <p:cNvPr id="100" name="Graphic 99" descr="Fork In Road outline">
            <a:extLst>
              <a:ext uri="{FF2B5EF4-FFF2-40B4-BE49-F238E27FC236}">
                <a16:creationId xmlns:a16="http://schemas.microsoft.com/office/drawing/2014/main" id="{A5E33173-4617-6805-88A3-D612BC1DFBD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29310" y="4144942"/>
            <a:ext cx="287438" cy="287438"/>
          </a:xfrm>
          <a:prstGeom prst="rect">
            <a:avLst/>
          </a:prstGeom>
        </p:spPr>
      </p:pic>
      <p:pic>
        <p:nvPicPr>
          <p:cNvPr id="102" name="Graphic 101" descr="Connected with solid fill">
            <a:extLst>
              <a:ext uri="{FF2B5EF4-FFF2-40B4-BE49-F238E27FC236}">
                <a16:creationId xmlns:a16="http://schemas.microsoft.com/office/drawing/2014/main" id="{DF5AC431-FAF6-2A56-B004-73D1F522E51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8741" y="4123842"/>
            <a:ext cx="287438" cy="287438"/>
          </a:xfrm>
          <a:prstGeom prst="rect">
            <a:avLst/>
          </a:prstGeom>
        </p:spPr>
      </p:pic>
      <p:pic>
        <p:nvPicPr>
          <p:cNvPr id="104" name="Graphic 103" descr="Newspaper with solid fill">
            <a:extLst>
              <a:ext uri="{FF2B5EF4-FFF2-40B4-BE49-F238E27FC236}">
                <a16:creationId xmlns:a16="http://schemas.microsoft.com/office/drawing/2014/main" id="{9FF838DD-A988-56FF-331D-9705D0B2978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544984" y="3273224"/>
            <a:ext cx="287438" cy="287438"/>
          </a:xfrm>
          <a:prstGeom prst="rect">
            <a:avLst/>
          </a:prstGeom>
        </p:spPr>
      </p:pic>
      <p:pic>
        <p:nvPicPr>
          <p:cNvPr id="106" name="Graphic 105" descr="Handshake outline">
            <a:extLst>
              <a:ext uri="{FF2B5EF4-FFF2-40B4-BE49-F238E27FC236}">
                <a16:creationId xmlns:a16="http://schemas.microsoft.com/office/drawing/2014/main" id="{5377D89D-A6F1-8DCE-0864-81859AB39F2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85124" y="3261770"/>
            <a:ext cx="287438" cy="287438"/>
          </a:xfrm>
          <a:prstGeom prst="rect">
            <a:avLst/>
          </a:prstGeom>
        </p:spPr>
      </p:pic>
      <p:pic>
        <p:nvPicPr>
          <p:cNvPr id="108" name="Graphic 107" descr="Single gear with solid fill">
            <a:extLst>
              <a:ext uri="{FF2B5EF4-FFF2-40B4-BE49-F238E27FC236}">
                <a16:creationId xmlns:a16="http://schemas.microsoft.com/office/drawing/2014/main" id="{8403855A-0DC4-2BDE-E532-AA9893B996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1366" y="2430442"/>
            <a:ext cx="287438" cy="287438"/>
          </a:xfrm>
          <a:prstGeom prst="rect">
            <a:avLst/>
          </a:prstGeom>
        </p:spPr>
      </p:pic>
      <p:pic>
        <p:nvPicPr>
          <p:cNvPr id="110" name="Graphic 109" descr="Rope Knot with solid fill">
            <a:extLst>
              <a:ext uri="{FF2B5EF4-FFF2-40B4-BE49-F238E27FC236}">
                <a16:creationId xmlns:a16="http://schemas.microsoft.com/office/drawing/2014/main" id="{022E432F-FE1A-25BC-5072-760F89A2FD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1862" y="2428633"/>
            <a:ext cx="287438" cy="287438"/>
          </a:xfrm>
          <a:prstGeom prst="rect">
            <a:avLst/>
          </a:prstGeom>
        </p:spPr>
      </p:pic>
      <p:pic>
        <p:nvPicPr>
          <p:cNvPr id="112" name="Graphic 111" descr="Checklist with solid fill">
            <a:extLst>
              <a:ext uri="{FF2B5EF4-FFF2-40B4-BE49-F238E27FC236}">
                <a16:creationId xmlns:a16="http://schemas.microsoft.com/office/drawing/2014/main" id="{7DFF8BF6-1D2C-06A9-D6A1-7BFE8B1A403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537749" y="1520141"/>
            <a:ext cx="287438" cy="28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7831B788-A527-898D-F940-D5E797FF5ACE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CDA018A-8728-CFD4-21CD-99585B471AE9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  <a:latin typeface="Mulish"/>
              </a:rPr>
              <a:t>Key Projects- Automation Overdraft - System integration </a:t>
            </a:r>
            <a:r>
              <a:rPr lang="en-US" sz="2400" b="1" err="1">
                <a:solidFill>
                  <a:schemeClr val="bg1"/>
                </a:solidFill>
                <a:latin typeface="Mulish"/>
              </a:rPr>
              <a:t>ilens</a:t>
            </a:r>
            <a:r>
              <a:rPr lang="en-US" sz="2400" b="1">
                <a:solidFill>
                  <a:schemeClr val="bg1"/>
                </a:solidFill>
                <a:latin typeface="Mulish"/>
              </a:rPr>
              <a:t> and iCore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FAE3E6A2-EDA9-20AB-0EB1-9D576FBA701C}"/>
              </a:ext>
            </a:extLst>
          </p:cNvPr>
          <p:cNvSpPr/>
          <p:nvPr/>
        </p:nvSpPr>
        <p:spPr>
          <a:xfrm>
            <a:off x="283808" y="1040614"/>
            <a:ext cx="6383692" cy="416761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Existing Manual Process (LSM)</a:t>
            </a:r>
            <a:endParaRPr lang="en-US" sz="140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010D884E-3A18-DA28-01B2-893A30E9963D}"/>
              </a:ext>
            </a:extLst>
          </p:cNvPr>
          <p:cNvSpPr/>
          <p:nvPr/>
        </p:nvSpPr>
        <p:spPr>
          <a:xfrm>
            <a:off x="551930" y="1921257"/>
            <a:ext cx="387061" cy="35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CA28C280-463F-D007-7BE5-30EDD90D1D5D}"/>
              </a:ext>
            </a:extLst>
          </p:cNvPr>
          <p:cNvSpPr/>
          <p:nvPr/>
        </p:nvSpPr>
        <p:spPr>
          <a:xfrm>
            <a:off x="1068012" y="1873627"/>
            <a:ext cx="3612573" cy="23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192" name="Text 16">
            <a:extLst>
              <a:ext uri="{FF2B5EF4-FFF2-40B4-BE49-F238E27FC236}">
                <a16:creationId xmlns:a16="http://schemas.microsoft.com/office/drawing/2014/main" id="{258D2C9A-A73A-099E-9930-16916827C99D}"/>
              </a:ext>
            </a:extLst>
          </p:cNvPr>
          <p:cNvSpPr/>
          <p:nvPr/>
        </p:nvSpPr>
        <p:spPr>
          <a:xfrm>
            <a:off x="551930" y="3064372"/>
            <a:ext cx="387061" cy="357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/>
          </a:p>
        </p:txBody>
      </p:sp>
      <p:sp>
        <p:nvSpPr>
          <p:cNvPr id="206" name="Text 30">
            <a:extLst>
              <a:ext uri="{FF2B5EF4-FFF2-40B4-BE49-F238E27FC236}">
                <a16:creationId xmlns:a16="http://schemas.microsoft.com/office/drawing/2014/main" id="{53802CCC-DD80-D0A4-A461-913FCB405ED4}"/>
              </a:ext>
            </a:extLst>
          </p:cNvPr>
          <p:cNvSpPr/>
          <p:nvPr/>
        </p:nvSpPr>
        <p:spPr>
          <a:xfrm>
            <a:off x="422910" y="4740175"/>
            <a:ext cx="6192982" cy="3740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Automated Process (API Integration)</a:t>
            </a:r>
          </a:p>
        </p:txBody>
      </p: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9A0C8445-CC1D-022A-BCCD-2C189AFBA00F}"/>
              </a:ext>
            </a:extLst>
          </p:cNvPr>
          <p:cNvGrpSpPr/>
          <p:nvPr/>
        </p:nvGrpSpPr>
        <p:grpSpPr>
          <a:xfrm>
            <a:off x="422910" y="5281551"/>
            <a:ext cx="6244590" cy="595373"/>
            <a:chOff x="422910" y="5386326"/>
            <a:chExt cx="6244590" cy="595373"/>
          </a:xfrm>
        </p:grpSpPr>
        <p:sp>
          <p:nvSpPr>
            <p:cNvPr id="288" name="Text 7">
              <a:extLst>
                <a:ext uri="{FF2B5EF4-FFF2-40B4-BE49-F238E27FC236}">
                  <a16:creationId xmlns:a16="http://schemas.microsoft.com/office/drawing/2014/main" id="{090D5A1E-75D0-DCDE-1C30-FAD5D8A42FA5}"/>
                </a:ext>
              </a:extLst>
            </p:cNvPr>
            <p:cNvSpPr/>
            <p:nvPr/>
          </p:nvSpPr>
          <p:spPr>
            <a:xfrm>
              <a:off x="1754245" y="5427891"/>
              <a:ext cx="304800" cy="494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  <a:latin typeface="Mulish SemiBold" pitchFamily="2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ulish SemiBold" pitchFamily="2" charset="0"/>
              </a:endParaRPr>
            </a:p>
          </p:txBody>
        </p:sp>
        <p:sp>
          <p:nvSpPr>
            <p:cNvPr id="289" name="Text 7">
              <a:extLst>
                <a:ext uri="{FF2B5EF4-FFF2-40B4-BE49-F238E27FC236}">
                  <a16:creationId xmlns:a16="http://schemas.microsoft.com/office/drawing/2014/main" id="{4DF791FC-6698-757A-B560-17CA7CDC92BC}"/>
                </a:ext>
              </a:extLst>
            </p:cNvPr>
            <p:cNvSpPr/>
            <p:nvPr/>
          </p:nvSpPr>
          <p:spPr>
            <a:xfrm>
              <a:off x="3350072" y="5427891"/>
              <a:ext cx="304800" cy="494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  <a:latin typeface="Mulish SemiBold" pitchFamily="2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ulish SemiBold" pitchFamily="2" charset="0"/>
              </a:endParaRPr>
            </a:p>
          </p:txBody>
        </p:sp>
        <p:sp>
          <p:nvSpPr>
            <p:cNvPr id="290" name="Text 7">
              <a:extLst>
                <a:ext uri="{FF2B5EF4-FFF2-40B4-BE49-F238E27FC236}">
                  <a16:creationId xmlns:a16="http://schemas.microsoft.com/office/drawing/2014/main" id="{F5D27FE0-4E6A-9021-0840-DD0A5B46000D}"/>
                </a:ext>
              </a:extLst>
            </p:cNvPr>
            <p:cNvSpPr/>
            <p:nvPr/>
          </p:nvSpPr>
          <p:spPr>
            <a:xfrm>
              <a:off x="4937023" y="5436877"/>
              <a:ext cx="304800" cy="494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ln w="12700">
                    <a:solidFill>
                      <a:schemeClr val="accent3">
                        <a:lumMod val="50000"/>
                      </a:schemeClr>
                    </a:solidFill>
                    <a:prstDash val="solid"/>
                  </a:ln>
                  <a:pattFill prst="narHorz">
                    <a:fgClr>
                      <a:schemeClr val="accent3"/>
                    </a:fgClr>
                    <a:bgClr>
                      <a:schemeClr val="accent3">
                        <a:lumMod val="40000"/>
                        <a:lumOff val="60000"/>
                      </a:schemeClr>
                    </a:bgClr>
                  </a:pattFill>
                  <a:effectLst>
                    <a:innerShdw blurRad="177800">
                      <a:schemeClr val="accent3">
                        <a:lumMod val="50000"/>
                      </a:schemeClr>
                    </a:innerShdw>
                  </a:effectLst>
                  <a:latin typeface="Mulish SemiBold" pitchFamily="2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Mulish SemiBold" pitchFamily="2" charset="0"/>
              </a:endParaRPr>
            </a:p>
          </p:txBody>
        </p:sp>
        <p:sp>
          <p:nvSpPr>
            <p:cNvPr id="207" name="Shape 31">
              <a:extLst>
                <a:ext uri="{FF2B5EF4-FFF2-40B4-BE49-F238E27FC236}">
                  <a16:creationId xmlns:a16="http://schemas.microsoft.com/office/drawing/2014/main" id="{61918E1F-0740-8D2E-C580-048BAAAA93C2}"/>
                </a:ext>
              </a:extLst>
            </p:cNvPr>
            <p:cNvSpPr/>
            <p:nvPr/>
          </p:nvSpPr>
          <p:spPr>
            <a:xfrm>
              <a:off x="422910" y="5386326"/>
              <a:ext cx="1483735" cy="59537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209" name="Text 33">
              <a:extLst>
                <a:ext uri="{FF2B5EF4-FFF2-40B4-BE49-F238E27FC236}">
                  <a16:creationId xmlns:a16="http://schemas.microsoft.com/office/drawing/2014/main" id="{EE51C69E-18E6-DC50-5F8B-F1CF9BEA8D03}"/>
                </a:ext>
              </a:extLst>
            </p:cNvPr>
            <p:cNvSpPr/>
            <p:nvPr/>
          </p:nvSpPr>
          <p:spPr>
            <a:xfrm>
              <a:off x="1906645" y="5445863"/>
              <a:ext cx="322551" cy="476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/>
            </a:p>
          </p:txBody>
        </p:sp>
        <p:sp>
          <p:nvSpPr>
            <p:cNvPr id="210" name="Shape 34">
              <a:extLst>
                <a:ext uri="{FF2B5EF4-FFF2-40B4-BE49-F238E27FC236}">
                  <a16:creationId xmlns:a16="http://schemas.microsoft.com/office/drawing/2014/main" id="{2D71CB09-20DB-BB6A-D028-A0BA3332C4DC}"/>
                </a:ext>
              </a:extLst>
            </p:cNvPr>
            <p:cNvSpPr/>
            <p:nvPr/>
          </p:nvSpPr>
          <p:spPr>
            <a:xfrm>
              <a:off x="2009862" y="5386326"/>
              <a:ext cx="1483735" cy="595373"/>
            </a:xfrm>
            <a:prstGeom prst="rect">
              <a:avLst/>
            </a:prstGeom>
            <a:solidFill>
              <a:srgbClr val="0A6E6E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208" name="Text 32">
              <a:extLst>
                <a:ext uri="{FF2B5EF4-FFF2-40B4-BE49-F238E27FC236}">
                  <a16:creationId xmlns:a16="http://schemas.microsoft.com/office/drawing/2014/main" id="{55A919B3-D7EF-1D00-938D-BFBF6FB96DD1}"/>
                </a:ext>
              </a:extLst>
            </p:cNvPr>
            <p:cNvSpPr/>
            <p:nvPr/>
          </p:nvSpPr>
          <p:spPr>
            <a:xfrm>
              <a:off x="422910" y="5386326"/>
              <a:ext cx="1483735" cy="595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Case sanctioned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in iLens</a:t>
              </a:r>
              <a:endParaRPr lang="en-US" sz="1400"/>
            </a:p>
          </p:txBody>
        </p:sp>
        <p:sp>
          <p:nvSpPr>
            <p:cNvPr id="221" name="Text 35">
              <a:extLst>
                <a:ext uri="{FF2B5EF4-FFF2-40B4-BE49-F238E27FC236}">
                  <a16:creationId xmlns:a16="http://schemas.microsoft.com/office/drawing/2014/main" id="{773D79B6-9EE5-A188-4EC6-DF08AD8C3EE4}"/>
                </a:ext>
              </a:extLst>
            </p:cNvPr>
            <p:cNvSpPr/>
            <p:nvPr/>
          </p:nvSpPr>
          <p:spPr>
            <a:xfrm>
              <a:off x="2009862" y="5386326"/>
              <a:ext cx="1483735" cy="59537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API trigger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in iLens</a:t>
              </a:r>
              <a:endParaRPr lang="en-US" sz="1400"/>
            </a:p>
          </p:txBody>
        </p:sp>
        <p:sp>
          <p:nvSpPr>
            <p:cNvPr id="224" name="Text 36">
              <a:extLst>
                <a:ext uri="{FF2B5EF4-FFF2-40B4-BE49-F238E27FC236}">
                  <a16:creationId xmlns:a16="http://schemas.microsoft.com/office/drawing/2014/main" id="{335AE71C-E6A9-DBEC-1C1A-B82F80C16B6A}"/>
                </a:ext>
              </a:extLst>
            </p:cNvPr>
            <p:cNvSpPr/>
            <p:nvPr/>
          </p:nvSpPr>
          <p:spPr>
            <a:xfrm>
              <a:off x="3493597" y="5445863"/>
              <a:ext cx="322551" cy="476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/>
            </a:p>
          </p:txBody>
        </p:sp>
        <p:sp>
          <p:nvSpPr>
            <p:cNvPr id="229" name="Shape 37">
              <a:extLst>
                <a:ext uri="{FF2B5EF4-FFF2-40B4-BE49-F238E27FC236}">
                  <a16:creationId xmlns:a16="http://schemas.microsoft.com/office/drawing/2014/main" id="{A8E668A1-A507-4F03-E2C1-8538BE5B991C}"/>
                </a:ext>
              </a:extLst>
            </p:cNvPr>
            <p:cNvSpPr/>
            <p:nvPr/>
          </p:nvSpPr>
          <p:spPr>
            <a:xfrm>
              <a:off x="3596813" y="5386326"/>
              <a:ext cx="1483735" cy="59537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232" name="Text 38">
              <a:extLst>
                <a:ext uri="{FF2B5EF4-FFF2-40B4-BE49-F238E27FC236}">
                  <a16:creationId xmlns:a16="http://schemas.microsoft.com/office/drawing/2014/main" id="{19D1A2E9-2064-75D3-0603-FA9AAA8E8F18}"/>
                </a:ext>
              </a:extLst>
            </p:cNvPr>
            <p:cNvSpPr/>
            <p:nvPr/>
          </p:nvSpPr>
          <p:spPr>
            <a:xfrm>
              <a:off x="3596813" y="5386326"/>
              <a:ext cx="1483735" cy="595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Limit setup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in Finnacle</a:t>
              </a:r>
              <a:endParaRPr lang="en-US" sz="1400"/>
            </a:p>
          </p:txBody>
        </p:sp>
        <p:sp>
          <p:nvSpPr>
            <p:cNvPr id="235" name="Text 39">
              <a:extLst>
                <a:ext uri="{FF2B5EF4-FFF2-40B4-BE49-F238E27FC236}">
                  <a16:creationId xmlns:a16="http://schemas.microsoft.com/office/drawing/2014/main" id="{EA2804FC-E04C-FEB5-A612-10F948070BF4}"/>
                </a:ext>
              </a:extLst>
            </p:cNvPr>
            <p:cNvSpPr/>
            <p:nvPr/>
          </p:nvSpPr>
          <p:spPr>
            <a:xfrm>
              <a:off x="5080548" y="5445863"/>
              <a:ext cx="322551" cy="4762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64748B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endParaRPr lang="en-US" sz="1400"/>
            </a:p>
          </p:txBody>
        </p:sp>
        <p:sp>
          <p:nvSpPr>
            <p:cNvPr id="238" name="Shape 40">
              <a:extLst>
                <a:ext uri="{FF2B5EF4-FFF2-40B4-BE49-F238E27FC236}">
                  <a16:creationId xmlns:a16="http://schemas.microsoft.com/office/drawing/2014/main" id="{16A17E86-296D-36C0-A9D1-7EDB95D76230}"/>
                </a:ext>
              </a:extLst>
            </p:cNvPr>
            <p:cNvSpPr/>
            <p:nvPr/>
          </p:nvSpPr>
          <p:spPr>
            <a:xfrm>
              <a:off x="5183765" y="5386326"/>
              <a:ext cx="1483735" cy="595373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246" name="Text 41">
              <a:extLst>
                <a:ext uri="{FF2B5EF4-FFF2-40B4-BE49-F238E27FC236}">
                  <a16:creationId xmlns:a16="http://schemas.microsoft.com/office/drawing/2014/main" id="{3E3C6E9F-6B67-D4A9-0115-7093F704D115}"/>
                </a:ext>
              </a:extLst>
            </p:cNvPr>
            <p:cNvSpPr/>
            <p:nvPr/>
          </p:nvSpPr>
          <p:spPr>
            <a:xfrm>
              <a:off x="5183765" y="5386326"/>
              <a:ext cx="1483735" cy="5953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Fallout cases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per existing</a:t>
              </a:r>
              <a:endParaRPr lang="en-US" sz="1400"/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39B64081-756A-DA83-1933-4AFCAE5A9FAC}"/>
              </a:ext>
            </a:extLst>
          </p:cNvPr>
          <p:cNvGrpSpPr/>
          <p:nvPr/>
        </p:nvGrpSpPr>
        <p:grpSpPr>
          <a:xfrm>
            <a:off x="6948178" y="1072529"/>
            <a:ext cx="4998115" cy="3694653"/>
            <a:chOff x="7142735" y="2354580"/>
            <a:chExt cx="3788155" cy="2598307"/>
          </a:xfrm>
        </p:grpSpPr>
        <p:sp>
          <p:nvSpPr>
            <p:cNvPr id="269" name="Shape 42">
              <a:extLst>
                <a:ext uri="{FF2B5EF4-FFF2-40B4-BE49-F238E27FC236}">
                  <a16:creationId xmlns:a16="http://schemas.microsoft.com/office/drawing/2014/main" id="{9F0EE88D-25A4-7D62-DE0E-CF9F7689CEDA}"/>
                </a:ext>
              </a:extLst>
            </p:cNvPr>
            <p:cNvSpPr/>
            <p:nvPr/>
          </p:nvSpPr>
          <p:spPr>
            <a:xfrm>
              <a:off x="7142735" y="2392567"/>
              <a:ext cx="3749040" cy="25603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r>
                <a:rPr lang="en-US"/>
                <a:t>z</a:t>
              </a:r>
              <a:endParaRPr lang="en-IN"/>
            </a:p>
          </p:txBody>
        </p:sp>
        <p:sp>
          <p:nvSpPr>
            <p:cNvPr id="275" name="Shape 43">
              <a:extLst>
                <a:ext uri="{FF2B5EF4-FFF2-40B4-BE49-F238E27FC236}">
                  <a16:creationId xmlns:a16="http://schemas.microsoft.com/office/drawing/2014/main" id="{941552A7-622B-3C01-8F32-E2BBE0AD1C7C}"/>
                </a:ext>
              </a:extLst>
            </p:cNvPr>
            <p:cNvSpPr/>
            <p:nvPr/>
          </p:nvSpPr>
          <p:spPr>
            <a:xfrm>
              <a:off x="7181850" y="2354580"/>
              <a:ext cx="3749040" cy="320040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79" name="Text 44">
              <a:extLst>
                <a:ext uri="{FF2B5EF4-FFF2-40B4-BE49-F238E27FC236}">
                  <a16:creationId xmlns:a16="http://schemas.microsoft.com/office/drawing/2014/main" id="{DEC9093D-E5AC-D11D-A34A-B18FD427106E}"/>
                </a:ext>
              </a:extLst>
            </p:cNvPr>
            <p:cNvSpPr/>
            <p:nvPr/>
          </p:nvSpPr>
          <p:spPr>
            <a:xfrm>
              <a:off x="7181850" y="235458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Benefits of Automation</a:t>
              </a:r>
              <a:endParaRPr lang="en-US" sz="1400"/>
            </a:p>
          </p:txBody>
        </p:sp>
        <p:sp>
          <p:nvSpPr>
            <p:cNvPr id="280" name="Text 45">
              <a:extLst>
                <a:ext uri="{FF2B5EF4-FFF2-40B4-BE49-F238E27FC236}">
                  <a16:creationId xmlns:a16="http://schemas.microsoft.com/office/drawing/2014/main" id="{99AAD3C1-6416-1A06-91F4-F03646035817}"/>
                </a:ext>
              </a:extLst>
            </p:cNvPr>
            <p:cNvSpPr/>
            <p:nvPr/>
          </p:nvSpPr>
          <p:spPr>
            <a:xfrm>
              <a:off x="7335852" y="2815123"/>
              <a:ext cx="3383280" cy="2011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400" b="1">
                  <a:ea typeface="Calibri" pitchFamily="34" charset="-122"/>
                  <a:cs typeface="Calibri" pitchFamily="34" charset="-120"/>
                </a:rPr>
                <a:t>Better TAT: Saves &gt; 5,500 man hours/month</a:t>
              </a:r>
              <a:r>
                <a:rPr lang="en-US" sz="1400" b="1"/>
                <a:t> </a:t>
              </a:r>
              <a:r>
                <a:rPr lang="en-US" sz="1400">
                  <a:ea typeface="Calibri" pitchFamily="34" charset="-122"/>
                  <a:cs typeface="Calibri" pitchFamily="34" charset="-120"/>
                </a:rPr>
                <a:t>across product, credit, credit ops, DRO &amp; OD ops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Customer delight — faster processing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Zero error — no LSM maker/checker involvement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100% Compliance — audit observations minimised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Capacity saved for processing additional cases</a:t>
              </a:r>
              <a:endParaRPr lang="en-US" sz="1400"/>
            </a:p>
          </p:txBody>
        </p:sp>
      </p:grpSp>
      <p:sp>
        <p:nvSpPr>
          <p:cNvPr id="281" name="Shape 46">
            <a:extLst>
              <a:ext uri="{FF2B5EF4-FFF2-40B4-BE49-F238E27FC236}">
                <a16:creationId xmlns:a16="http://schemas.microsoft.com/office/drawing/2014/main" id="{2A85066A-987B-23D8-C20B-A5C2971309D6}"/>
              </a:ext>
            </a:extLst>
          </p:cNvPr>
          <p:cNvSpPr/>
          <p:nvPr/>
        </p:nvSpPr>
        <p:spPr>
          <a:xfrm>
            <a:off x="6961686" y="4750652"/>
            <a:ext cx="4946505" cy="3740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82" name="Text 47">
            <a:extLst>
              <a:ext uri="{FF2B5EF4-FFF2-40B4-BE49-F238E27FC236}">
                <a16:creationId xmlns:a16="http://schemas.microsoft.com/office/drawing/2014/main" id="{98E59595-D95A-482A-D41D-9C907C8B8AA2}"/>
              </a:ext>
            </a:extLst>
          </p:cNvPr>
          <p:cNvSpPr/>
          <p:nvPr/>
        </p:nvSpPr>
        <p:spPr>
          <a:xfrm>
            <a:off x="7345680" y="4767183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Monthly Cost Savings</a:t>
            </a:r>
            <a:endParaRPr lang="en-US" sz="1400"/>
          </a:p>
        </p:txBody>
      </p:sp>
      <p:sp>
        <p:nvSpPr>
          <p:cNvPr id="285" name="Text 49">
            <a:extLst>
              <a:ext uri="{FF2B5EF4-FFF2-40B4-BE49-F238E27FC236}">
                <a16:creationId xmlns:a16="http://schemas.microsoft.com/office/drawing/2014/main" id="{33A26A1C-81F1-2ACC-BC49-7DF1FFE24155}"/>
              </a:ext>
            </a:extLst>
          </p:cNvPr>
          <p:cNvSpPr/>
          <p:nvPr/>
        </p:nvSpPr>
        <p:spPr>
          <a:xfrm>
            <a:off x="3153943" y="6085809"/>
            <a:ext cx="3566160" cy="2743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5,500+ man hours saved/month</a:t>
            </a:r>
            <a:endParaRPr lang="en-US" sz="1400">
              <a:solidFill>
                <a:schemeClr val="tx1"/>
              </a:solidFill>
            </a:endParaRPr>
          </a:p>
        </p:txBody>
      </p:sp>
      <p:graphicFrame>
        <p:nvGraphicFramePr>
          <p:cNvPr id="286" name="Table 0">
            <a:extLst>
              <a:ext uri="{FF2B5EF4-FFF2-40B4-BE49-F238E27FC236}">
                <a16:creationId xmlns:a16="http://schemas.microsoft.com/office/drawing/2014/main" id="{BB103603-EE5C-E0BA-59F5-0525177FE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62673"/>
              </p:ext>
            </p:extLst>
          </p:nvPr>
        </p:nvGraphicFramePr>
        <p:xfrm>
          <a:off x="6988316" y="5304542"/>
          <a:ext cx="4946507" cy="1164670"/>
        </p:xfrm>
        <a:graphic>
          <a:graphicData uri="http://schemas.openxmlformats.org/drawingml/2006/table">
            <a:tbl>
              <a:tblPr/>
              <a:tblGrid>
                <a:gridCol w="156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66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Print Cost (₹) Saving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Man Cost (₹) Saving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TAT (hrs) Saving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5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OD (Home OD + Money Saver OD)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2,40,000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12,20,000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47857"/>
                          </a:solidFill>
                        </a:rPr>
                        <a:t>5,400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94" name="Group 293">
            <a:extLst>
              <a:ext uri="{FF2B5EF4-FFF2-40B4-BE49-F238E27FC236}">
                <a16:creationId xmlns:a16="http://schemas.microsoft.com/office/drawing/2014/main" id="{3E716723-0EC6-81A2-9096-D997DD40539F}"/>
              </a:ext>
            </a:extLst>
          </p:cNvPr>
          <p:cNvGrpSpPr/>
          <p:nvPr/>
        </p:nvGrpSpPr>
        <p:grpSpPr>
          <a:xfrm>
            <a:off x="283808" y="1508014"/>
            <a:ext cx="6383692" cy="3148501"/>
            <a:chOff x="283808" y="1508014"/>
            <a:chExt cx="6383692" cy="3148501"/>
          </a:xfrm>
        </p:grpSpPr>
        <p:pic>
          <p:nvPicPr>
            <p:cNvPr id="292" name="Picture 291">
              <a:extLst>
                <a:ext uri="{FF2B5EF4-FFF2-40B4-BE49-F238E27FC236}">
                  <a16:creationId xmlns:a16="http://schemas.microsoft.com/office/drawing/2014/main" id="{E22445C3-E4DC-2C03-4108-AA59B16578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5156" t="28557" r="19518" b="17011"/>
            <a:stretch/>
          </p:blipFill>
          <p:spPr>
            <a:xfrm>
              <a:off x="283808" y="1508014"/>
              <a:ext cx="6383692" cy="3137618"/>
            </a:xfrm>
            <a:prstGeom prst="rect">
              <a:avLst/>
            </a:prstGeom>
          </p:spPr>
        </p:pic>
        <p:pic>
          <p:nvPicPr>
            <p:cNvPr id="293" name="Picture 292">
              <a:extLst>
                <a:ext uri="{FF2B5EF4-FFF2-40B4-BE49-F238E27FC236}">
                  <a16:creationId xmlns:a16="http://schemas.microsoft.com/office/drawing/2014/main" id="{BC166A29-427C-10C7-C85F-6CD761CC23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308" t="69440" r="55526" b="19572"/>
            <a:stretch/>
          </p:blipFill>
          <p:spPr>
            <a:xfrm>
              <a:off x="327788" y="4035448"/>
              <a:ext cx="1222406" cy="6210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828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D6E60-EA8B-4D74-53D6-874C9982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10924842-2515-C310-6EFC-EE80F69BEEDC}"/>
              </a:ext>
            </a:extLst>
          </p:cNvPr>
          <p:cNvSpPr txBox="1">
            <a:spLocks/>
          </p:cNvSpPr>
          <p:nvPr/>
        </p:nvSpPr>
        <p:spPr>
          <a:xfrm>
            <a:off x="180975" y="-52083"/>
            <a:ext cx="11687044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 algn="l" defTabSz="914285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rgbClr val="97281D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  <a:lvl2pPr marL="742858" indent="-285714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56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0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43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87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28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72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15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rPr>
              <a:t>Charter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72E28C4E-93B9-8FDB-2AF4-6EC5FFFFE26C}"/>
              </a:ext>
            </a:extLst>
          </p:cNvPr>
          <p:cNvSpPr txBox="1">
            <a:spLocks/>
          </p:cNvSpPr>
          <p:nvPr/>
        </p:nvSpPr>
        <p:spPr>
          <a:xfrm>
            <a:off x="64597" y="114986"/>
            <a:ext cx="7367728" cy="429130"/>
          </a:xfrm>
          <a:prstGeom prst="rect">
            <a:avLst/>
          </a:prstGeom>
        </p:spPr>
        <p:txBody>
          <a:bodyPr vert="horz" lIns="91403" tIns="45701" rIns="91403" bIns="45701" rtlCol="0" anchor="ctr"/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Zurich BT"/>
              </a:defRPr>
            </a:lvl1pPr>
          </a:lstStyle>
          <a:p>
            <a:pPr defTabSz="914126">
              <a:defRPr/>
            </a:pPr>
            <a:r>
              <a:rPr lang="en-US" sz="2799" b="1">
                <a:latin typeface="Mulish" pitchFamily="2" charset="0"/>
              </a:rPr>
              <a:t>Credit Cards : Bounce Tend</a:t>
            </a:r>
          </a:p>
        </p:txBody>
      </p:sp>
      <p:sp>
        <p:nvSpPr>
          <p:cNvPr id="38" name="Google Shape;850;p31">
            <a:extLst>
              <a:ext uri="{FF2B5EF4-FFF2-40B4-BE49-F238E27FC236}">
                <a16:creationId xmlns:a16="http://schemas.microsoft.com/office/drawing/2014/main" id="{1B9EE54E-B25D-3C6F-AB9D-8F2CE764ADD9}"/>
              </a:ext>
            </a:extLst>
          </p:cNvPr>
          <p:cNvSpPr/>
          <p:nvPr/>
        </p:nvSpPr>
        <p:spPr>
          <a:xfrm>
            <a:off x="1588" y="895"/>
            <a:ext cx="12188825" cy="613977"/>
          </a:xfrm>
          <a:prstGeom prst="rect">
            <a:avLst/>
          </a:prstGeom>
          <a:solidFill>
            <a:srgbClr val="97291E"/>
          </a:solidFill>
          <a:ln>
            <a:noFill/>
          </a:ln>
        </p:spPr>
        <p:txBody>
          <a:bodyPr spcFirstLastPara="1" wrap="square" lIns="274229" tIns="91401" rIns="91401" bIns="91401" anchor="ctr" anchorCtr="0">
            <a:noAutofit/>
          </a:bodyPr>
          <a:lstStyle/>
          <a:p>
            <a:pPr lvl="0">
              <a:defRPr/>
            </a:pPr>
            <a:endParaRPr lang="en-US" sz="2799" b="1">
              <a:solidFill>
                <a:prstClr val="white"/>
              </a:solidFill>
              <a:latin typeface="Mulish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15DB37-7966-95F8-B505-C968445E58FD}"/>
              </a:ext>
            </a:extLst>
          </p:cNvPr>
          <p:cNvSpPr/>
          <p:nvPr/>
        </p:nvSpPr>
        <p:spPr>
          <a:xfrm>
            <a:off x="64597" y="46341"/>
            <a:ext cx="10068754" cy="3847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914011">
              <a:defRPr/>
            </a:pPr>
            <a:r>
              <a:rPr lang="en-US" sz="1900" b="1">
                <a:solidFill>
                  <a:schemeClr val="bg1"/>
                </a:solidFill>
                <a:latin typeface="Mulish"/>
              </a:rPr>
              <a:t>Key Projects- Insurance Journey for Asset Products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6E29B6-C85D-58E4-C887-A27E4EF10E97}"/>
              </a:ext>
            </a:extLst>
          </p:cNvPr>
          <p:cNvGrpSpPr/>
          <p:nvPr/>
        </p:nvGrpSpPr>
        <p:grpSpPr>
          <a:xfrm>
            <a:off x="6665691" y="622321"/>
            <a:ext cx="5322580" cy="1969137"/>
            <a:chOff x="2749781" y="822960"/>
            <a:chExt cx="5708419" cy="2331720"/>
          </a:xfrm>
        </p:grpSpPr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95FD88DA-B104-2273-A9D5-D9585CE3C1D3}"/>
                </a:ext>
              </a:extLst>
            </p:cNvPr>
            <p:cNvSpPr/>
            <p:nvPr/>
          </p:nvSpPr>
          <p:spPr>
            <a:xfrm>
              <a:off x="2749781" y="822960"/>
              <a:ext cx="5708419" cy="23317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493020DA-76BF-87ED-0900-3140E7BE79A5}"/>
                </a:ext>
              </a:extLst>
            </p:cNvPr>
            <p:cNvSpPr/>
            <p:nvPr/>
          </p:nvSpPr>
          <p:spPr>
            <a:xfrm>
              <a:off x="2749781" y="822960"/>
              <a:ext cx="5708419" cy="292608"/>
            </a:xfrm>
            <a:prstGeom prst="rect">
              <a:avLst/>
            </a:prstGeom>
            <a:solidFill>
              <a:srgbClr val="00206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764CCCBE-2F66-595B-F73D-32C7770468E6}"/>
                </a:ext>
              </a:extLst>
            </p:cNvPr>
            <p:cNvSpPr/>
            <p:nvPr/>
          </p:nvSpPr>
          <p:spPr>
            <a:xfrm>
              <a:off x="2749781" y="848937"/>
              <a:ext cx="570841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>
                  <a:solidFill>
                    <a:srgbClr val="FFFFFF"/>
                  </a:solidFill>
                  <a:latin typeface="Mulish"/>
                  <a:cs typeface="Arial"/>
                </a:rPr>
                <a:t>Key Features and Controls</a:t>
              </a:r>
            </a:p>
          </p:txBody>
        </p:sp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E38BEFA3-ED10-0F80-D45A-2ADDC11522C4}"/>
                </a:ext>
              </a:extLst>
            </p:cNvPr>
            <p:cNvSpPr/>
            <p:nvPr/>
          </p:nvSpPr>
          <p:spPr>
            <a:xfrm>
              <a:off x="2834986" y="1170432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97291E"/>
                  </a:solidFill>
                  <a:latin typeface="Mulish"/>
                  <a:ea typeface="Arial" pitchFamily="34" charset="-122"/>
                  <a:cs typeface="Arial" pitchFamily="34" charset="-120"/>
                </a:rPr>
                <a:t>Journey Standardization</a:t>
              </a:r>
              <a:endParaRPr lang="en-US" sz="1200">
                <a:latin typeface="Mulish"/>
              </a:endParaRPr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50B972BC-A1E4-0CBF-1120-A28D1DCF3286}"/>
                </a:ext>
              </a:extLst>
            </p:cNvPr>
            <p:cNvSpPr/>
            <p:nvPr/>
          </p:nvSpPr>
          <p:spPr>
            <a:xfrm>
              <a:off x="2834986" y="1354282"/>
              <a:ext cx="2766060" cy="93171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t"/>
            <a:lstStyle/>
            <a:p>
              <a:pPr marL="342900" indent="-342900">
                <a:spcAft>
                  <a:spcPts val="200"/>
                </a:spcAft>
                <a:buSzPct val="100000"/>
                <a:buFont typeface="Arial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Post-disbursement insurance initiation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Font typeface="Arial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Parent LAN auto-linking in </a:t>
              </a:r>
              <a:r>
                <a:rPr lang="en-US" sz="1250" err="1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iLens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Font typeface="Arial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Unified product workflow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Font typeface="Arial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Customer consent capture for Data Sharing  and Policy issuance</a:t>
              </a:r>
            </a:p>
            <a:p>
              <a:pPr marL="285750" indent="-285750">
                <a:spcAft>
                  <a:spcPts val="200"/>
                </a:spcAft>
                <a:buSzPct val="100000"/>
                <a:buFont typeface="Arial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cs typeface="Arial"/>
                </a:rPr>
                <a:t>Funding options </a:t>
              </a:r>
            </a:p>
            <a:p>
              <a:pPr marL="742950" lvl="1" indent="-285750">
                <a:spcAft>
                  <a:spcPts val="200"/>
                </a:spcAft>
                <a:buSzPct val="100000"/>
                <a:buFont typeface="Courier New"/>
                <a:buChar char="o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cs typeface="Arial"/>
                </a:rPr>
                <a:t>Self-funded </a:t>
              </a:r>
            </a:p>
            <a:p>
              <a:pPr marL="742950" lvl="1" indent="-285750">
                <a:spcAft>
                  <a:spcPts val="200"/>
                </a:spcAft>
                <a:buSzPct val="100000"/>
                <a:buFont typeface="Courier New"/>
                <a:buChar char="o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cs typeface="Arial"/>
                </a:rPr>
                <a:t>Bank funded</a:t>
              </a:r>
              <a:r>
                <a:rPr lang="en-US" sz="1200">
                  <a:latin typeface="Mulish SemiBold"/>
                  <a:cs typeface="Arial"/>
                </a:rPr>
                <a:t> </a:t>
              </a:r>
            </a:p>
            <a:p>
              <a:pPr>
                <a:spcAft>
                  <a:spcPts val="200"/>
                </a:spcAft>
                <a:buSzPct val="100000"/>
              </a:pPr>
              <a:endParaRPr lang="en-US" sz="1250">
                <a:latin typeface="Mulish SemiBold"/>
                <a:cs typeface="Arial"/>
              </a:endParaRPr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212FD81F-EA0E-49CF-B6DB-CCCB12B368AD}"/>
                </a:ext>
              </a:extLst>
            </p:cNvPr>
            <p:cNvSpPr/>
            <p:nvPr/>
          </p:nvSpPr>
          <p:spPr>
            <a:xfrm>
              <a:off x="5989320" y="1170432"/>
              <a:ext cx="23317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97291E"/>
                  </a:solidFill>
                  <a:latin typeface="Mulish"/>
                  <a:ea typeface="Arial" pitchFamily="34" charset="-122"/>
                  <a:cs typeface="Arial" pitchFamily="34" charset="-120"/>
                </a:rPr>
                <a:t>Automation Introduced</a:t>
              </a:r>
              <a:endParaRPr lang="en-US" sz="1200">
                <a:latin typeface="Mulish"/>
              </a:endParaRPr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409FC0A8-B70A-16E3-145D-9CD892531950}"/>
                </a:ext>
              </a:extLst>
            </p:cNvPr>
            <p:cNvSpPr/>
            <p:nvPr/>
          </p:nvSpPr>
          <p:spPr>
            <a:xfrm>
              <a:off x="5642957" y="1354282"/>
              <a:ext cx="2686742" cy="102315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t"/>
            <a:lstStyle/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Auto customer data population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OTP-based consent capture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Secure SFTP data transfer with API development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Automated MIS generation</a:t>
              </a:r>
              <a:endParaRPr lang="en-US" sz="1250">
                <a:latin typeface="Mulish SemiBold"/>
                <a:cs typeface="Arial"/>
              </a:endParaRPr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50">
                  <a:solidFill>
                    <a:srgbClr val="000000"/>
                  </a:solidFill>
                  <a:latin typeface="Mulish SemiBold"/>
                  <a:ea typeface="Arial" pitchFamily="34" charset="-122"/>
                  <a:cs typeface="Arial"/>
                </a:rPr>
                <a:t>System-driven notifications</a:t>
              </a:r>
              <a:endParaRPr lang="en-US" sz="1250">
                <a:latin typeface="Mulish SemiBold"/>
                <a:cs typeface="Arial"/>
              </a:endParaRPr>
            </a:p>
          </p:txBody>
        </p:sp>
        <p:sp>
          <p:nvSpPr>
            <p:cNvPr id="45" name="Shape 15">
              <a:extLst>
                <a:ext uri="{FF2B5EF4-FFF2-40B4-BE49-F238E27FC236}">
                  <a16:creationId xmlns:a16="http://schemas.microsoft.com/office/drawing/2014/main" id="{CBE65044-E2A3-ED23-ECA5-A1227DC42C33}"/>
                </a:ext>
              </a:extLst>
            </p:cNvPr>
            <p:cNvSpPr/>
            <p:nvPr/>
          </p:nvSpPr>
          <p:spPr>
            <a:xfrm>
              <a:off x="5603471" y="1207008"/>
              <a:ext cx="0" cy="1463040"/>
            </a:xfrm>
            <a:prstGeom prst="line">
              <a:avLst/>
            </a:prstGeom>
            <a:noFill/>
            <a:ln w="12700">
              <a:solidFill>
                <a:srgbClr val="E8E8E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9680F476-30B9-FC05-605B-9E4D6A48422E}"/>
              </a:ext>
            </a:extLst>
          </p:cNvPr>
          <p:cNvSpPr/>
          <p:nvPr/>
        </p:nvSpPr>
        <p:spPr>
          <a:xfrm>
            <a:off x="6652321" y="615785"/>
            <a:ext cx="5454235" cy="2729213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0" name="Text 10">
            <a:extLst>
              <a:ext uri="{FF2B5EF4-FFF2-40B4-BE49-F238E27FC236}">
                <a16:creationId xmlns:a16="http://schemas.microsoft.com/office/drawing/2014/main" id="{555AE69D-2412-0796-A51C-798179694CA5}"/>
              </a:ext>
            </a:extLst>
          </p:cNvPr>
          <p:cNvSpPr/>
          <p:nvPr/>
        </p:nvSpPr>
        <p:spPr>
          <a:xfrm>
            <a:off x="41836" y="3475780"/>
            <a:ext cx="6541517" cy="3213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Mulish"/>
                <a:cs typeface="Arial"/>
              </a:rPr>
              <a:t>E2E Digital Journey</a:t>
            </a:r>
          </a:p>
        </p:txBody>
      </p:sp>
      <p:sp>
        <p:nvSpPr>
          <p:cNvPr id="8522" name="Shape 13">
            <a:extLst>
              <a:ext uri="{FF2B5EF4-FFF2-40B4-BE49-F238E27FC236}">
                <a16:creationId xmlns:a16="http://schemas.microsoft.com/office/drawing/2014/main" id="{F64B0BFB-39F7-D91D-5509-2137B6D2EDA0}"/>
              </a:ext>
            </a:extLst>
          </p:cNvPr>
          <p:cNvSpPr/>
          <p:nvPr/>
        </p:nvSpPr>
        <p:spPr>
          <a:xfrm>
            <a:off x="27070" y="1035856"/>
            <a:ext cx="6552357" cy="161113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524" name="Text 15">
            <a:extLst>
              <a:ext uri="{FF2B5EF4-FFF2-40B4-BE49-F238E27FC236}">
                <a16:creationId xmlns:a16="http://schemas.microsoft.com/office/drawing/2014/main" id="{93415104-96E0-8878-FCF5-058FD18976FE}"/>
              </a:ext>
            </a:extLst>
          </p:cNvPr>
          <p:cNvSpPr/>
          <p:nvPr/>
        </p:nvSpPr>
        <p:spPr>
          <a:xfrm>
            <a:off x="-6033" y="652296"/>
            <a:ext cx="6499054" cy="314471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Mulish"/>
                <a:ea typeface="Arial" pitchFamily="34" charset="-122"/>
                <a:cs typeface="Arial"/>
              </a:rPr>
              <a:t>Business Rationale — Death Trail Credit Loss Exposure (FY 24-25)</a:t>
            </a:r>
            <a:endParaRPr lang="en-US" sz="1350">
              <a:latin typeface="Mulish"/>
              <a:cs typeface="Arial"/>
            </a:endParaRPr>
          </a:p>
        </p:txBody>
      </p:sp>
      <p:sp>
        <p:nvSpPr>
          <p:cNvPr id="8528" name="Text 16">
            <a:extLst>
              <a:ext uri="{FF2B5EF4-FFF2-40B4-BE49-F238E27FC236}">
                <a16:creationId xmlns:a16="http://schemas.microsoft.com/office/drawing/2014/main" id="{2DC094FC-F503-22DF-823D-25D68FCE46C7}"/>
              </a:ext>
            </a:extLst>
          </p:cNvPr>
          <p:cNvSpPr/>
          <p:nvPr/>
        </p:nvSpPr>
        <p:spPr>
          <a:xfrm>
            <a:off x="932739" y="3117106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C00000"/>
                </a:solidFill>
                <a:latin typeface="Mulish"/>
                <a:ea typeface="Arial" pitchFamily="34" charset="-122"/>
                <a:cs typeface="Arial"/>
              </a:rPr>
              <a:t>₹2,051 Mn </a:t>
            </a:r>
            <a:r>
              <a:rPr lang="en-US" sz="1400">
                <a:solidFill>
                  <a:srgbClr val="000000"/>
                </a:solidFill>
                <a:latin typeface="Mulish"/>
                <a:ea typeface="Arial" pitchFamily="34" charset="-122"/>
                <a:cs typeface="Arial"/>
              </a:rPr>
              <a:t>total credit loss - </a:t>
            </a:r>
            <a:r>
              <a:rPr lang="en-US" sz="1400" b="1">
                <a:solidFill>
                  <a:srgbClr val="C00000"/>
                </a:solidFill>
                <a:latin typeface="Mulish"/>
                <a:ea typeface="Arial" pitchFamily="34" charset="-122"/>
                <a:cs typeface="Arial"/>
              </a:rPr>
              <a:t>PL alone: ₹1,621 Mn (79%)</a:t>
            </a:r>
            <a:endParaRPr lang="en-US" sz="1400">
              <a:latin typeface="Mulish"/>
              <a:cs typeface="Arial"/>
            </a:endParaRPr>
          </a:p>
        </p:txBody>
      </p:sp>
      <p:pic>
        <p:nvPicPr>
          <p:cNvPr id="8611" name="Picture 86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3D8571-9CF8-E705-F5C9-F6532126B7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81" t="60000" r="10768" b="18732"/>
          <a:stretch>
            <a:fillRect/>
          </a:stretch>
        </p:blipFill>
        <p:spPr>
          <a:xfrm>
            <a:off x="99536" y="1029532"/>
            <a:ext cx="6547877" cy="2055998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FA9D5304-5078-7586-6EC8-535596E4AD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0753182"/>
              </p:ext>
            </p:extLst>
          </p:nvPr>
        </p:nvGraphicFramePr>
        <p:xfrm>
          <a:off x="29801" y="3804364"/>
          <a:ext cx="6677719" cy="1932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9183" name="Table 9182">
            <a:extLst>
              <a:ext uri="{FF2B5EF4-FFF2-40B4-BE49-F238E27FC236}">
                <a16:creationId xmlns:a16="http://schemas.microsoft.com/office/drawing/2014/main" id="{3D6741A9-D6EF-BE88-AD8B-79EEE98C4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238736"/>
              </p:ext>
            </p:extLst>
          </p:nvPr>
        </p:nvGraphicFramePr>
        <p:xfrm>
          <a:off x="6830863" y="3942053"/>
          <a:ext cx="5086350" cy="164808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400313123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74163646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35054682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3022642058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Mulish"/>
                        </a:rPr>
                        <a:t>Sr. No.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Mulish"/>
                        </a:rPr>
                        <a:t>Loan Product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Mulish"/>
                        </a:rPr>
                        <a:t>Total Premium, Cr.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Mulish"/>
                        </a:rPr>
                        <a:t>Expected comission (Cr.)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86691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PL-BIL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116.35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5.81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96792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AL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49.22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2.461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32367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EL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7.74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0.387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196454"/>
                  </a:ext>
                </a:extLst>
              </a:tr>
              <a:tr h="581025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  <a:latin typeface="Mulish"/>
                        </a:rPr>
                        <a:t>Assumptions:</a:t>
                      </a:r>
                      <a:br>
                        <a:rPr lang="en-US" sz="1100">
                          <a:effectLst/>
                          <a:latin typeface="Mulish"/>
                        </a:rPr>
                      </a:br>
                      <a:r>
                        <a:rPr lang="en-US" sz="1100">
                          <a:effectLst/>
                          <a:latin typeface="Mulish"/>
                        </a:rPr>
                        <a:t>- Loan Tenure: 60 months, 45 yrs age</a:t>
                      </a:r>
                      <a:br>
                        <a:rPr lang="en-US" sz="1100">
                          <a:effectLst/>
                          <a:latin typeface="Mulish"/>
                        </a:rPr>
                      </a:br>
                      <a:r>
                        <a:rPr lang="en-US" sz="1100">
                          <a:effectLst/>
                          <a:latin typeface="Mulish"/>
                        </a:rPr>
                        <a:t>- Avg. Premium is 1% of total loan sanctioned amount</a:t>
                      </a:r>
                      <a:endParaRPr lang="en-US">
                        <a:effectLst/>
                      </a:endParaRPr>
                    </a:p>
                  </a:txBody>
                  <a:tcPr marL="9525" marR="9525" marT="95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42576"/>
                  </a:ext>
                </a:extLst>
              </a:tr>
            </a:tbl>
          </a:graphicData>
        </a:graphic>
      </p:graphicFrame>
      <p:sp>
        <p:nvSpPr>
          <p:cNvPr id="9184" name="Text 10">
            <a:extLst>
              <a:ext uri="{FF2B5EF4-FFF2-40B4-BE49-F238E27FC236}">
                <a16:creationId xmlns:a16="http://schemas.microsoft.com/office/drawing/2014/main" id="{249E31B4-A989-BE78-A2DC-BDE6C74B6E8D}"/>
              </a:ext>
            </a:extLst>
          </p:cNvPr>
          <p:cNvSpPr/>
          <p:nvPr/>
        </p:nvSpPr>
        <p:spPr>
          <a:xfrm>
            <a:off x="6719862" y="3490156"/>
            <a:ext cx="5330482" cy="3213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FFFFFF"/>
                </a:solidFill>
                <a:latin typeface="Mulish"/>
                <a:cs typeface="Arial"/>
              </a:rPr>
              <a:t>Proposed Business Growth</a:t>
            </a:r>
          </a:p>
        </p:txBody>
      </p:sp>
      <p:sp>
        <p:nvSpPr>
          <p:cNvPr id="11158" name="Text 10">
            <a:extLst>
              <a:ext uri="{FF2B5EF4-FFF2-40B4-BE49-F238E27FC236}">
                <a16:creationId xmlns:a16="http://schemas.microsoft.com/office/drawing/2014/main" id="{30194452-F63E-1378-3372-7C741316130C}"/>
              </a:ext>
            </a:extLst>
          </p:cNvPr>
          <p:cNvSpPr/>
          <p:nvPr/>
        </p:nvSpPr>
        <p:spPr>
          <a:xfrm>
            <a:off x="1227709" y="5733022"/>
            <a:ext cx="3533314" cy="2063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FFFFFF"/>
                </a:solidFill>
                <a:latin typeface="Mulish"/>
                <a:cs typeface="Arial"/>
              </a:rPr>
              <a:t>Project Roadmap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E8F11E-25C0-5C8C-7B3B-584FA132C15D}"/>
              </a:ext>
            </a:extLst>
          </p:cNvPr>
          <p:cNvSpPr txBox="1"/>
          <p:nvPr/>
        </p:nvSpPr>
        <p:spPr>
          <a:xfrm>
            <a:off x="1256540" y="6032575"/>
            <a:ext cx="158413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1: </a:t>
            </a:r>
            <a:r>
              <a:rPr lang="en-US" sz="1100" err="1">
                <a:latin typeface="Mulish ExtraBold"/>
              </a:rPr>
              <a:t>FinnOne</a:t>
            </a:r>
            <a:r>
              <a:rPr lang="en-US" sz="1100">
                <a:latin typeface="Mulish ExtraBold"/>
              </a:rPr>
              <a:t> MIS Automation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1EC6F4-55FE-17BE-AC3C-E16E29137246}"/>
              </a:ext>
            </a:extLst>
          </p:cNvPr>
          <p:cNvSpPr txBox="1"/>
          <p:nvPr/>
        </p:nvSpPr>
        <p:spPr>
          <a:xfrm>
            <a:off x="991681" y="6398433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SemiBold"/>
              </a:rPr>
              <a:t>Live</a:t>
            </a:r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2686AD-31AD-55D6-FB8F-E81DBEFE81CA}"/>
              </a:ext>
            </a:extLst>
          </p:cNvPr>
          <p:cNvCxnSpPr/>
          <p:nvPr/>
        </p:nvCxnSpPr>
        <p:spPr>
          <a:xfrm flipV="1">
            <a:off x="1137356" y="6716539"/>
            <a:ext cx="10857819" cy="254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6370C04-D126-0F13-69D1-7EA9ED912668}"/>
              </a:ext>
            </a:extLst>
          </p:cNvPr>
          <p:cNvCxnSpPr/>
          <p:nvPr/>
        </p:nvCxnSpPr>
        <p:spPr>
          <a:xfrm>
            <a:off x="1180634" y="6669376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23C77F1-301F-24B5-A8BA-97EC4585B8AA}"/>
              </a:ext>
            </a:extLst>
          </p:cNvPr>
          <p:cNvCxnSpPr>
            <a:cxnSpLocks/>
          </p:cNvCxnSpPr>
          <p:nvPr/>
        </p:nvCxnSpPr>
        <p:spPr>
          <a:xfrm>
            <a:off x="2981253" y="6661269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13" name="Straight Arrow Connector 8512">
            <a:extLst>
              <a:ext uri="{FF2B5EF4-FFF2-40B4-BE49-F238E27FC236}">
                <a16:creationId xmlns:a16="http://schemas.microsoft.com/office/drawing/2014/main" id="{AB6849CD-18D3-178F-DB1E-242A58948E9D}"/>
              </a:ext>
            </a:extLst>
          </p:cNvPr>
          <p:cNvCxnSpPr>
            <a:cxnSpLocks/>
          </p:cNvCxnSpPr>
          <p:nvPr/>
        </p:nvCxnSpPr>
        <p:spPr>
          <a:xfrm>
            <a:off x="7481067" y="6636950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529" name="TextBox 8528">
            <a:extLst>
              <a:ext uri="{FF2B5EF4-FFF2-40B4-BE49-F238E27FC236}">
                <a16:creationId xmlns:a16="http://schemas.microsoft.com/office/drawing/2014/main" id="{C5B5CEFD-0075-6656-CD1D-8D7C795F850A}"/>
              </a:ext>
            </a:extLst>
          </p:cNvPr>
          <p:cNvSpPr txBox="1"/>
          <p:nvPr/>
        </p:nvSpPr>
        <p:spPr>
          <a:xfrm>
            <a:off x="2834968" y="6032574"/>
            <a:ext cx="211934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2:  Self-funding logic, MIS setup &amp; New LOBs journey</a:t>
            </a:r>
          </a:p>
        </p:txBody>
      </p:sp>
      <p:sp>
        <p:nvSpPr>
          <p:cNvPr id="8530" name="TextBox 8529">
            <a:extLst>
              <a:ext uri="{FF2B5EF4-FFF2-40B4-BE49-F238E27FC236}">
                <a16:creationId xmlns:a16="http://schemas.microsoft.com/office/drawing/2014/main" id="{96B5DDD2-22C1-7BFB-86E1-25BC285DE16E}"/>
              </a:ext>
            </a:extLst>
          </p:cNvPr>
          <p:cNvSpPr txBox="1"/>
          <p:nvPr/>
        </p:nvSpPr>
        <p:spPr>
          <a:xfrm>
            <a:off x="2842252" y="6407503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/>
              <a:t>April 1st week</a:t>
            </a:r>
          </a:p>
        </p:txBody>
      </p:sp>
      <p:sp>
        <p:nvSpPr>
          <p:cNvPr id="8531" name="TextBox 8530">
            <a:extLst>
              <a:ext uri="{FF2B5EF4-FFF2-40B4-BE49-F238E27FC236}">
                <a16:creationId xmlns:a16="http://schemas.microsoft.com/office/drawing/2014/main" id="{7F2CBBAB-F1F7-DC4F-3340-F0130F6AAF4B}"/>
              </a:ext>
            </a:extLst>
          </p:cNvPr>
          <p:cNvSpPr txBox="1"/>
          <p:nvPr/>
        </p:nvSpPr>
        <p:spPr>
          <a:xfrm>
            <a:off x="5075610" y="6014430"/>
            <a:ext cx="221006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3:  Lead capture &amp; PDD communication development</a:t>
            </a:r>
          </a:p>
        </p:txBody>
      </p:sp>
      <p:sp>
        <p:nvSpPr>
          <p:cNvPr id="8532" name="TextBox 8531">
            <a:extLst>
              <a:ext uri="{FF2B5EF4-FFF2-40B4-BE49-F238E27FC236}">
                <a16:creationId xmlns:a16="http://schemas.microsoft.com/office/drawing/2014/main" id="{846E7E85-317B-06E3-B6C2-FB2D8EA95432}"/>
              </a:ext>
            </a:extLst>
          </p:cNvPr>
          <p:cNvSpPr txBox="1"/>
          <p:nvPr/>
        </p:nvSpPr>
        <p:spPr>
          <a:xfrm>
            <a:off x="5073823" y="6380288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SemiBold"/>
              </a:rPr>
              <a:t>April 1st week</a:t>
            </a:r>
            <a:endParaRPr lang="en-US"/>
          </a:p>
        </p:txBody>
      </p:sp>
      <p:sp>
        <p:nvSpPr>
          <p:cNvPr id="8533" name="TextBox 8532">
            <a:extLst>
              <a:ext uri="{FF2B5EF4-FFF2-40B4-BE49-F238E27FC236}">
                <a16:creationId xmlns:a16="http://schemas.microsoft.com/office/drawing/2014/main" id="{95A07822-6910-5B8E-2335-DCDAD87BE466}"/>
              </a:ext>
            </a:extLst>
          </p:cNvPr>
          <p:cNvSpPr txBox="1"/>
          <p:nvPr/>
        </p:nvSpPr>
        <p:spPr>
          <a:xfrm>
            <a:off x="7406967" y="6014430"/>
            <a:ext cx="211934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4. Insurance journey upgrade (</a:t>
            </a:r>
            <a:r>
              <a:rPr lang="en-US" sz="1100" err="1">
                <a:latin typeface="Mulish ExtraBold"/>
              </a:rPr>
              <a:t>iLens</a:t>
            </a:r>
            <a:r>
              <a:rPr lang="en-US" sz="1100">
                <a:latin typeface="Mulish ExtraBold"/>
              </a:rPr>
              <a:t>)</a:t>
            </a:r>
          </a:p>
        </p:txBody>
      </p:sp>
      <p:sp>
        <p:nvSpPr>
          <p:cNvPr id="8534" name="TextBox 8533">
            <a:extLst>
              <a:ext uri="{FF2B5EF4-FFF2-40B4-BE49-F238E27FC236}">
                <a16:creationId xmlns:a16="http://schemas.microsoft.com/office/drawing/2014/main" id="{A4E70BB9-7B68-3E72-A24D-F6D102167D8C}"/>
              </a:ext>
            </a:extLst>
          </p:cNvPr>
          <p:cNvSpPr txBox="1"/>
          <p:nvPr/>
        </p:nvSpPr>
        <p:spPr>
          <a:xfrm>
            <a:off x="7414251" y="6389359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SemiBold"/>
              </a:rPr>
              <a:t>TBC</a:t>
            </a:r>
            <a:endParaRPr lang="en-US"/>
          </a:p>
        </p:txBody>
      </p:sp>
      <p:sp>
        <p:nvSpPr>
          <p:cNvPr id="8535" name="TextBox 8534">
            <a:extLst>
              <a:ext uri="{FF2B5EF4-FFF2-40B4-BE49-F238E27FC236}">
                <a16:creationId xmlns:a16="http://schemas.microsoft.com/office/drawing/2014/main" id="{9BD59791-F26C-65FD-682C-1A9CCABF7555}"/>
              </a:ext>
            </a:extLst>
          </p:cNvPr>
          <p:cNvSpPr txBox="1"/>
          <p:nvPr/>
        </p:nvSpPr>
        <p:spPr>
          <a:xfrm>
            <a:off x="9656680" y="6114215"/>
            <a:ext cx="211934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ExtraBold"/>
              </a:rPr>
              <a:t>5. Complete API integration</a:t>
            </a:r>
          </a:p>
        </p:txBody>
      </p:sp>
      <p:sp>
        <p:nvSpPr>
          <p:cNvPr id="8536" name="TextBox 8535">
            <a:extLst>
              <a:ext uri="{FF2B5EF4-FFF2-40B4-BE49-F238E27FC236}">
                <a16:creationId xmlns:a16="http://schemas.microsoft.com/office/drawing/2014/main" id="{0B425515-6973-7D20-9E17-4A6874CCD059}"/>
              </a:ext>
            </a:extLst>
          </p:cNvPr>
          <p:cNvSpPr txBox="1"/>
          <p:nvPr/>
        </p:nvSpPr>
        <p:spPr>
          <a:xfrm>
            <a:off x="9663964" y="6380287"/>
            <a:ext cx="211027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latin typeface="Mulish SemiBold"/>
              </a:rPr>
              <a:t>TBC</a:t>
            </a:r>
            <a:endParaRPr lang="en-US"/>
          </a:p>
        </p:txBody>
      </p:sp>
      <p:cxnSp>
        <p:nvCxnSpPr>
          <p:cNvPr id="8537" name="Straight Arrow Connector 8536">
            <a:extLst>
              <a:ext uri="{FF2B5EF4-FFF2-40B4-BE49-F238E27FC236}">
                <a16:creationId xmlns:a16="http://schemas.microsoft.com/office/drawing/2014/main" id="{F94ED5A7-994F-B3C3-AEDE-355D0835AF3D}"/>
              </a:ext>
            </a:extLst>
          </p:cNvPr>
          <p:cNvCxnSpPr>
            <a:cxnSpLocks/>
          </p:cNvCxnSpPr>
          <p:nvPr/>
        </p:nvCxnSpPr>
        <p:spPr>
          <a:xfrm>
            <a:off x="4949752" y="6652197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38" name="Straight Arrow Connector 8537">
            <a:extLst>
              <a:ext uri="{FF2B5EF4-FFF2-40B4-BE49-F238E27FC236}">
                <a16:creationId xmlns:a16="http://schemas.microsoft.com/office/drawing/2014/main" id="{E67DE454-CE66-B679-55C3-D123E2614E6E}"/>
              </a:ext>
            </a:extLst>
          </p:cNvPr>
          <p:cNvCxnSpPr>
            <a:cxnSpLocks/>
          </p:cNvCxnSpPr>
          <p:nvPr/>
        </p:nvCxnSpPr>
        <p:spPr>
          <a:xfrm>
            <a:off x="9530823" y="6634054"/>
            <a:ext cx="1979" cy="148169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5103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7831B788-A527-898D-F940-D5E797FF5ACE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CDA018A-8728-CFD4-21CD-99585B471AE9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</a:rPr>
              <a:t>Key Projects-</a:t>
            </a:r>
            <a:r>
              <a:rPr lang="en-IN" sz="2400" b="1">
                <a:solidFill>
                  <a:prstClr val="white"/>
                </a:solidFill>
              </a:rPr>
              <a:t>Simplification of BT Journey- OWTEN</a:t>
            </a:r>
            <a:endParaRPr lang="en-US" sz="2400" b="1">
              <a:solidFill>
                <a:prstClr val="white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42DD84-DC4A-788E-AE8F-00054BAF2BE3}"/>
              </a:ext>
            </a:extLst>
          </p:cNvPr>
          <p:cNvSpPr/>
          <p:nvPr/>
        </p:nvSpPr>
        <p:spPr>
          <a:xfrm>
            <a:off x="116788" y="968197"/>
            <a:ext cx="11958422" cy="348950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A13FCDD-3B4C-B630-A750-69992D659CF2}"/>
              </a:ext>
            </a:extLst>
          </p:cNvPr>
          <p:cNvGrpSpPr/>
          <p:nvPr/>
        </p:nvGrpSpPr>
        <p:grpSpPr>
          <a:xfrm>
            <a:off x="157378" y="1083363"/>
            <a:ext cx="11877243" cy="3450537"/>
            <a:chOff x="94974" y="854764"/>
            <a:chExt cx="12086793" cy="3170916"/>
          </a:xfrm>
        </p:grpSpPr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A151D860-B05B-3E90-75CD-1B83AA1D9AFC}"/>
                </a:ext>
              </a:extLst>
            </p:cNvPr>
            <p:cNvSpPr txBox="1"/>
            <p:nvPr/>
          </p:nvSpPr>
          <p:spPr>
            <a:xfrm>
              <a:off x="3212686" y="1265974"/>
              <a:ext cx="2199663" cy="710439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aseline="0">
                  <a:latin typeface="Mulish SemiBold"/>
                </a:rPr>
                <a:t>Verify O/s amount basis bureau</a:t>
              </a:r>
              <a:endParaRPr lang="en-IN" sz="1400">
                <a:latin typeface="Mulish SemiBold"/>
              </a:endParaRPr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8DBCC35F-3BEF-DEE3-006A-2A474C8979CD}"/>
                </a:ext>
              </a:extLst>
            </p:cNvPr>
            <p:cNvSpPr/>
            <p:nvPr/>
          </p:nvSpPr>
          <p:spPr>
            <a:xfrm>
              <a:off x="2598766" y="1473752"/>
              <a:ext cx="450573" cy="291547"/>
            </a:xfrm>
            <a:prstGeom prst="rightArrow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3698288A-EBD5-5327-C200-534CEF97E163}"/>
                </a:ext>
              </a:extLst>
            </p:cNvPr>
            <p:cNvSpPr/>
            <p:nvPr/>
          </p:nvSpPr>
          <p:spPr>
            <a:xfrm>
              <a:off x="5497270" y="1473751"/>
              <a:ext cx="450573" cy="291547"/>
            </a:xfrm>
            <a:prstGeom prst="rightArrow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59EBDE3C-F448-B649-0487-890E43ACCDC3}"/>
                </a:ext>
              </a:extLst>
            </p:cNvPr>
            <p:cNvSpPr/>
            <p:nvPr/>
          </p:nvSpPr>
          <p:spPr>
            <a:xfrm>
              <a:off x="8404479" y="1473751"/>
              <a:ext cx="450573" cy="291547"/>
            </a:xfrm>
            <a:prstGeom prst="rightArrow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AD1C19A6-7F0B-4CB1-6DD6-FCDB365F5A94}"/>
                </a:ext>
              </a:extLst>
            </p:cNvPr>
            <p:cNvSpPr txBox="1"/>
            <p:nvPr/>
          </p:nvSpPr>
          <p:spPr>
            <a:xfrm>
              <a:off x="8969311" y="1265972"/>
              <a:ext cx="2199663" cy="710439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>
                  <a:solidFill>
                    <a:schemeClr val="bg1"/>
                  </a:solidFill>
                  <a:latin typeface="Mulish SemiBold"/>
                  <a:cs typeface="Arial"/>
                </a:rPr>
                <a:t>Physical/Courier based check hand over</a:t>
              </a:r>
              <a:endParaRPr lang="en-US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539B1080-637B-CB27-72C5-1BFC147B5FBB}"/>
                </a:ext>
              </a:extLst>
            </p:cNvPr>
            <p:cNvSpPr txBox="1"/>
            <p:nvPr/>
          </p:nvSpPr>
          <p:spPr>
            <a:xfrm>
              <a:off x="6121758" y="1265971"/>
              <a:ext cx="2199663" cy="710439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algn="ctr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aseline="0">
                  <a:solidFill>
                    <a:schemeClr val="bg1"/>
                  </a:solidFill>
                  <a:latin typeface="Mulish SemiBold"/>
                  <a:ea typeface="Arial"/>
                  <a:cs typeface="Arial"/>
                </a:rPr>
                <a:t>Cheque printed in </a:t>
              </a:r>
              <a:r>
                <a:rPr lang="en-US" sz="1400" baseline="0" err="1">
                  <a:solidFill>
                    <a:schemeClr val="bg1"/>
                  </a:solidFill>
                  <a:latin typeface="Mulish SemiBold"/>
                  <a:ea typeface="Arial"/>
                  <a:cs typeface="Arial"/>
                </a:rPr>
                <a:t>favour</a:t>
              </a:r>
              <a:r>
                <a:rPr lang="en-US" sz="1400" baseline="0">
                  <a:solidFill>
                    <a:schemeClr val="bg1"/>
                  </a:solidFill>
                  <a:latin typeface="Mulish SemiBold"/>
                  <a:ea typeface="Arial"/>
                  <a:cs typeface="Arial"/>
                </a:rPr>
                <a:t> of destination bank</a:t>
              </a:r>
              <a:endParaRPr lang="en-US" sz="1400">
                <a:solidFill>
                  <a:schemeClr val="bg1"/>
                </a:solidFill>
                <a:latin typeface="Mulish SemiBold"/>
                <a:cs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755B9F-AE2F-904C-1E51-8723DD52572E}"/>
                </a:ext>
              </a:extLst>
            </p:cNvPr>
            <p:cNvSpPr txBox="1"/>
            <p:nvPr/>
          </p:nvSpPr>
          <p:spPr>
            <a:xfrm>
              <a:off x="799390" y="2126736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/>
                <a:t>Sales user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E38DC0-547F-74C1-9325-E3F57C958D0C}"/>
                </a:ext>
              </a:extLst>
            </p:cNvPr>
            <p:cNvSpPr txBox="1"/>
            <p:nvPr/>
          </p:nvSpPr>
          <p:spPr>
            <a:xfrm>
              <a:off x="3538960" y="2126735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/>
                <a:t>Credit user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444EEC-40BA-5512-1365-85CAC14362A9}"/>
                </a:ext>
              </a:extLst>
            </p:cNvPr>
            <p:cNvSpPr txBox="1"/>
            <p:nvPr/>
          </p:nvSpPr>
          <p:spPr>
            <a:xfrm>
              <a:off x="3628607" y="911696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/>
                <a:t>Underwriting</a:t>
              </a:r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33FE55-E7EA-69AE-4573-57BB6A516E96}"/>
                </a:ext>
              </a:extLst>
            </p:cNvPr>
            <p:cNvSpPr txBox="1"/>
            <p:nvPr/>
          </p:nvSpPr>
          <p:spPr>
            <a:xfrm>
              <a:off x="7937535" y="2037087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/>
                <a:t>Operations user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122FB2-8F46-5E72-ABEF-2E2CBBE1C336}"/>
                </a:ext>
              </a:extLst>
            </p:cNvPr>
            <p:cNvSpPr txBox="1"/>
            <p:nvPr/>
          </p:nvSpPr>
          <p:spPr>
            <a:xfrm>
              <a:off x="7774782" y="855666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/>
                <a:t>Disbursement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94785AC-49E0-0093-01C3-13DD48B15A0A}"/>
                </a:ext>
              </a:extLst>
            </p:cNvPr>
            <p:cNvCxnSpPr/>
            <p:nvPr/>
          </p:nvCxnSpPr>
          <p:spPr>
            <a:xfrm>
              <a:off x="6744607" y="1172492"/>
              <a:ext cx="3390064" cy="419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2343">
              <a:extLst>
                <a:ext uri="{FF2B5EF4-FFF2-40B4-BE49-F238E27FC236}">
                  <a16:creationId xmlns:a16="http://schemas.microsoft.com/office/drawing/2014/main" id="{BF9D029E-5EE1-B52F-EC42-60B6C3F27964}"/>
                </a:ext>
              </a:extLst>
            </p:cNvPr>
            <p:cNvSpPr/>
            <p:nvPr/>
          </p:nvSpPr>
          <p:spPr>
            <a:xfrm>
              <a:off x="6021510" y="857151"/>
              <a:ext cx="5302360" cy="1468715"/>
            </a:xfrm>
            <a:prstGeom prst="round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F57CFD-AD5B-7E26-717A-40D83DF54843}"/>
                </a:ext>
              </a:extLst>
            </p:cNvPr>
            <p:cNvGrpSpPr/>
            <p:nvPr/>
          </p:nvGrpSpPr>
          <p:grpSpPr>
            <a:xfrm>
              <a:off x="1695125" y="1363015"/>
              <a:ext cx="10486642" cy="2662665"/>
              <a:chOff x="1695125" y="1948319"/>
              <a:chExt cx="10486642" cy="2662665"/>
            </a:xfrm>
          </p:grpSpPr>
          <p:cxnSp>
            <p:nvCxnSpPr>
              <p:cNvPr id="21" name="Connector: Elbow 20">
                <a:extLst>
                  <a:ext uri="{FF2B5EF4-FFF2-40B4-BE49-F238E27FC236}">
                    <a16:creationId xmlns:a16="http://schemas.microsoft.com/office/drawing/2014/main" id="{03D59E96-0CDA-7957-B60C-135B39E44A46}"/>
                  </a:ext>
                </a:extLst>
              </p:cNvPr>
              <p:cNvCxnSpPr/>
              <p:nvPr/>
            </p:nvCxnSpPr>
            <p:spPr>
              <a:xfrm>
                <a:off x="1695125" y="1948319"/>
                <a:ext cx="461835" cy="1484014"/>
              </a:xfrm>
              <a:prstGeom prst="bentConnector3">
                <a:avLst/>
              </a:prstGeom>
              <a:ln w="28575">
                <a:solidFill>
                  <a:srgbClr val="BFBFB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31C92369-7933-D433-CD80-79A0F90291F7}"/>
                  </a:ext>
                </a:extLst>
              </p:cNvPr>
              <p:cNvSpPr txBox="1"/>
              <p:nvPr/>
            </p:nvSpPr>
            <p:spPr>
              <a:xfrm>
                <a:off x="2171605" y="3250482"/>
                <a:ext cx="2143634" cy="7104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spcFirstLastPara="0" vert="horz" wrap="square" lIns="87630" tIns="87630" rIns="87630" bIns="87630" numCol="1" spcCol="1270" anchor="ctr" anchorCtr="0">
                <a:noAutofit/>
              </a:bodyPr>
              <a:lstStyle/>
              <a:p>
                <a:pPr algn="ctr" defTabSz="1022350"/>
                <a:r>
                  <a:rPr lang="en-US" sz="1400">
                    <a:ea typeface="Calibri"/>
                    <a:cs typeface="Calibri"/>
                  </a:rPr>
                  <a:t>Fetch &amp; Verify LAN, POS, CBDC wallet address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A5B943-367E-0FA1-8707-D50D4E515132}"/>
                  </a:ext>
                </a:extLst>
              </p:cNvPr>
              <p:cNvSpPr txBox="1"/>
              <p:nvPr/>
            </p:nvSpPr>
            <p:spPr>
              <a:xfrm>
                <a:off x="6093900" y="4087764"/>
                <a:ext cx="3114260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</a:rPr>
                  <a:t>BT Amount Transfer</a:t>
                </a:r>
              </a:p>
              <a:p>
                <a:endParaRPr lang="en-US" sz="1400" b="1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CB14A742-5586-C3BF-4BDB-8F0105002362}"/>
                  </a:ext>
                </a:extLst>
              </p:cNvPr>
              <p:cNvSpPr txBox="1"/>
              <p:nvPr/>
            </p:nvSpPr>
            <p:spPr>
              <a:xfrm>
                <a:off x="4771369" y="3250482"/>
                <a:ext cx="2154840" cy="7104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spcFirstLastPara="0" vert="horz" wrap="square" lIns="87630" tIns="87630" rIns="87630" bIns="87630" numCol="1" spcCol="1270" anchor="ctr" anchorCtr="0">
                <a:noAutofit/>
              </a:bodyPr>
              <a:lstStyle/>
              <a:p>
                <a:pPr algn="ctr" defTabSz="1022350"/>
                <a:r>
                  <a:rPr lang="en-US" sz="1400">
                    <a:ea typeface="Calibri"/>
                    <a:cs typeface="Calibri"/>
                  </a:rPr>
                  <a:t>ICICI Pool account -&gt;  ICICI CBDC wallet</a:t>
                </a:r>
                <a:endParaRPr lang="en-US"/>
              </a:p>
            </p:txBody>
          </p:sp>
          <p:sp>
            <p:nvSpPr>
              <p:cNvPr id="25" name="Rectangle: Rounded Corners 4">
                <a:extLst>
                  <a:ext uri="{FF2B5EF4-FFF2-40B4-BE49-F238E27FC236}">
                    <a16:creationId xmlns:a16="http://schemas.microsoft.com/office/drawing/2014/main" id="{8D72DB83-E488-311C-91D1-FC17E0AA145F}"/>
                  </a:ext>
                </a:extLst>
              </p:cNvPr>
              <p:cNvSpPr txBox="1"/>
              <p:nvPr/>
            </p:nvSpPr>
            <p:spPr>
              <a:xfrm>
                <a:off x="10318279" y="3250482"/>
                <a:ext cx="1863488" cy="7104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spcFirstLastPara="0" vert="horz" wrap="square" lIns="87630" tIns="87630" rIns="87630" bIns="87630" numCol="1" spcCol="1270" anchor="ctr" anchorCtr="0">
                <a:noAutofit/>
              </a:bodyPr>
              <a:lstStyle/>
              <a:p>
                <a:pPr algn="ctr" defTabSz="1022350"/>
                <a:r>
                  <a:rPr lang="en-US" sz="1400">
                    <a:ea typeface="Calibri"/>
                    <a:cs typeface="Calibri"/>
                  </a:rPr>
                  <a:t>Accounts are closed &amp; Settled real time basis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A858F88-DDFF-FF31-F527-ABB2B6C4A324}"/>
                  </a:ext>
                </a:extLst>
              </p:cNvPr>
              <p:cNvSpPr txBox="1"/>
              <p:nvPr/>
            </p:nvSpPr>
            <p:spPr>
              <a:xfrm>
                <a:off x="2185147" y="4090148"/>
                <a:ext cx="6096000" cy="30777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</a:rPr>
                  <a:t>Via API-Destination bank</a:t>
                </a:r>
              </a:p>
            </p:txBody>
          </p:sp>
          <p:sp>
            <p:nvSpPr>
              <p:cNvPr id="27" name="Rectangle: Rounded Corners 4">
                <a:extLst>
                  <a:ext uri="{FF2B5EF4-FFF2-40B4-BE49-F238E27FC236}">
                    <a16:creationId xmlns:a16="http://schemas.microsoft.com/office/drawing/2014/main" id="{98DE9A11-E87D-CF5A-423B-37B988DC4416}"/>
                  </a:ext>
                </a:extLst>
              </p:cNvPr>
              <p:cNvSpPr txBox="1"/>
              <p:nvPr/>
            </p:nvSpPr>
            <p:spPr>
              <a:xfrm>
                <a:off x="7382337" y="3250481"/>
                <a:ext cx="2491017" cy="7104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spcFirstLastPara="0" vert="horz" wrap="square" lIns="87630" tIns="87630" rIns="87630" bIns="87630" numCol="1" spcCol="1270" anchor="ctr" anchorCtr="0">
                <a:noAutofit/>
              </a:bodyPr>
              <a:lstStyle/>
              <a:p>
                <a:pPr algn="ctr" defTabSz="1022350"/>
                <a:r>
                  <a:rPr lang="en-US" sz="1400">
                    <a:ea typeface="Calibri"/>
                    <a:cs typeface="Calibri"/>
                  </a:rPr>
                  <a:t> ICICI CBDC wallet-&gt; Destination bank CBDC wallet</a:t>
                </a:r>
                <a:endParaRPr lang="en-US"/>
              </a:p>
            </p:txBody>
          </p:sp>
          <p:sp>
            <p:nvSpPr>
              <p:cNvPr id="28" name="Rectangle 2343">
                <a:extLst>
                  <a:ext uri="{FF2B5EF4-FFF2-40B4-BE49-F238E27FC236}">
                    <a16:creationId xmlns:a16="http://schemas.microsoft.com/office/drawing/2014/main" id="{C768B730-DDEB-C39B-2C55-2657096FF394}"/>
                  </a:ext>
                </a:extLst>
              </p:cNvPr>
              <p:cNvSpPr/>
              <p:nvPr/>
            </p:nvSpPr>
            <p:spPr>
              <a:xfrm>
                <a:off x="4654393" y="3120740"/>
                <a:ext cx="5302360" cy="1277185"/>
              </a:xfrm>
              <a:prstGeom prst="roundRect">
                <a:avLst/>
              </a:prstGeom>
              <a:noFill/>
              <a:ln w="12700"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BE0111C5-7AC2-EA31-B7DE-D3CC01ABCC4A}"/>
                </a:ext>
              </a:extLst>
            </p:cNvPr>
            <p:cNvSpPr txBox="1"/>
            <p:nvPr/>
          </p:nvSpPr>
          <p:spPr>
            <a:xfrm>
              <a:off x="282615" y="1265975"/>
              <a:ext cx="2199663" cy="710439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algn="ctr" defTabSz="1022350"/>
              <a:r>
                <a:rPr lang="en-US" sz="1400">
                  <a:solidFill>
                    <a:srgbClr val="FFFFFF"/>
                  </a:solidFill>
                  <a:latin typeface="Mulish SemiBold"/>
                  <a:ea typeface="Calibri"/>
                  <a:cs typeface="Calibri"/>
                </a:rPr>
                <a:t>Capture BT amount at sourcing</a:t>
              </a:r>
              <a:endParaRPr lang="en-US" sz="1400">
                <a:latin typeface="Mulish SemiBold"/>
                <a:ea typeface="Calibri"/>
                <a:cs typeface="Calibri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DDE99E-D2CF-8B50-878A-CD9DA81F7FA7}"/>
                </a:ext>
              </a:extLst>
            </p:cNvPr>
            <p:cNvSpPr txBox="1"/>
            <p:nvPr/>
          </p:nvSpPr>
          <p:spPr>
            <a:xfrm>
              <a:off x="94974" y="854764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Mulish ExtraBold"/>
                </a:rPr>
                <a:t>Current Process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2CB4B1-83A3-AC1E-BCA9-7D85E203CA3B}"/>
                </a:ext>
              </a:extLst>
            </p:cNvPr>
            <p:cNvSpPr txBox="1"/>
            <p:nvPr/>
          </p:nvSpPr>
          <p:spPr>
            <a:xfrm>
              <a:off x="183322" y="2930938"/>
              <a:ext cx="31142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Mulish ExtraBold"/>
                </a:rPr>
                <a:t>Proposed Process</a:t>
              </a:r>
            </a:p>
          </p:txBody>
        </p:sp>
      </p:grp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A3400DF1-3B3F-351B-FB17-DB451316A930}"/>
              </a:ext>
            </a:extLst>
          </p:cNvPr>
          <p:cNvSpPr/>
          <p:nvPr/>
        </p:nvSpPr>
        <p:spPr>
          <a:xfrm>
            <a:off x="4320687" y="3277925"/>
            <a:ext cx="442761" cy="293611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FF6F139-1D82-0D6C-B980-78BBD97C917F}"/>
              </a:ext>
            </a:extLst>
          </p:cNvPr>
          <p:cNvSpPr/>
          <p:nvPr/>
        </p:nvSpPr>
        <p:spPr>
          <a:xfrm>
            <a:off x="6870179" y="3270124"/>
            <a:ext cx="442761" cy="293611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3563871-F65F-2C59-5D4F-BFA1183C8106}"/>
              </a:ext>
            </a:extLst>
          </p:cNvPr>
          <p:cNvSpPr/>
          <p:nvPr/>
        </p:nvSpPr>
        <p:spPr>
          <a:xfrm>
            <a:off x="9766229" y="3297314"/>
            <a:ext cx="442761" cy="293611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3B5B4663-909E-B537-3BF1-8FEB77ECE8DC}"/>
              </a:ext>
            </a:extLst>
          </p:cNvPr>
          <p:cNvSpPr/>
          <p:nvPr/>
        </p:nvSpPr>
        <p:spPr>
          <a:xfrm>
            <a:off x="6915149" y="4728452"/>
            <a:ext cx="5014075" cy="38837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Cost &amp; Time Savings</a:t>
            </a:r>
            <a:endParaRPr lang="en-US" sz="14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8" name="Table 0">
            <a:extLst>
              <a:ext uri="{FF2B5EF4-FFF2-40B4-BE49-F238E27FC236}">
                <a16:creationId xmlns:a16="http://schemas.microsoft.com/office/drawing/2014/main" id="{C8A65421-BA6E-6D03-4876-8BAD715C3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4122"/>
              </p:ext>
            </p:extLst>
          </p:nvPr>
        </p:nvGraphicFramePr>
        <p:xfrm>
          <a:off x="6915149" y="5163693"/>
          <a:ext cx="5014075" cy="1219200"/>
        </p:xfrm>
        <a:graphic>
          <a:graphicData uri="http://schemas.openxmlformats.org/drawingml/2006/table">
            <a:tbl>
              <a:tblPr/>
              <a:tblGrid>
                <a:gridCol w="1595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Particulars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Existing Cost/Time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Cost/Time Saved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Manpower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30 mins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047857"/>
                          </a:solidFill>
                        </a:rPr>
                        <a:t>2,600 man hours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Cheque Printing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₹200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₹10,50,000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Courier Cost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₹200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₹10,50,000</a:t>
                      </a:r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:a16="http://schemas.microsoft.com/office/drawing/2014/main" id="{352B0B03-5464-117E-03C1-601A235BE73C}"/>
              </a:ext>
            </a:extLst>
          </p:cNvPr>
          <p:cNvGrpSpPr/>
          <p:nvPr/>
        </p:nvGrpSpPr>
        <p:grpSpPr>
          <a:xfrm>
            <a:off x="2929888" y="4727068"/>
            <a:ext cx="3813811" cy="388378"/>
            <a:chOff x="5873113" y="4727067"/>
            <a:chExt cx="3813811" cy="435991"/>
          </a:xfrm>
          <a:solidFill>
            <a:schemeClr val="accent1"/>
          </a:solidFill>
        </p:grpSpPr>
        <p:sp>
          <p:nvSpPr>
            <p:cNvPr id="39" name="Shape 28">
              <a:extLst>
                <a:ext uri="{FF2B5EF4-FFF2-40B4-BE49-F238E27FC236}">
                  <a16:creationId xmlns:a16="http://schemas.microsoft.com/office/drawing/2014/main" id="{23477344-A384-9A0B-F55D-A32F608E9610}"/>
                </a:ext>
              </a:extLst>
            </p:cNvPr>
            <p:cNvSpPr/>
            <p:nvPr/>
          </p:nvSpPr>
          <p:spPr>
            <a:xfrm>
              <a:off x="5873114" y="4796790"/>
              <a:ext cx="3813810" cy="366268"/>
            </a:xfrm>
            <a:prstGeom prst="rect">
              <a:avLst/>
            </a:prstGeom>
            <a:grpFill/>
            <a:ln/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40" name="Text 29">
              <a:extLst>
                <a:ext uri="{FF2B5EF4-FFF2-40B4-BE49-F238E27FC236}">
                  <a16:creationId xmlns:a16="http://schemas.microsoft.com/office/drawing/2014/main" id="{E34EA8A7-01D3-9289-57C5-694107C31BAC}"/>
                </a:ext>
              </a:extLst>
            </p:cNvPr>
            <p:cNvSpPr/>
            <p:nvPr/>
          </p:nvSpPr>
          <p:spPr>
            <a:xfrm>
              <a:off x="5873113" y="4727067"/>
              <a:ext cx="3813811" cy="36626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EXBT Cheque Issuance Count</a:t>
              </a:r>
              <a:endParaRPr lang="en-US" sz="1400"/>
            </a:p>
          </p:txBody>
        </p:sp>
      </p:grpSp>
      <p:graphicFrame>
        <p:nvGraphicFramePr>
          <p:cNvPr id="41" name="Table 1">
            <a:extLst>
              <a:ext uri="{FF2B5EF4-FFF2-40B4-BE49-F238E27FC236}">
                <a16:creationId xmlns:a16="http://schemas.microsoft.com/office/drawing/2014/main" id="{3FC5BC68-1C43-F98A-491F-ED801EFF1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37229"/>
              </p:ext>
            </p:extLst>
          </p:nvPr>
        </p:nvGraphicFramePr>
        <p:xfrm>
          <a:off x="2929889" y="5173217"/>
          <a:ext cx="3813811" cy="1086098"/>
        </p:xfrm>
        <a:graphic>
          <a:graphicData uri="http://schemas.openxmlformats.org/drawingml/2006/table">
            <a:tbl>
              <a:tblPr/>
              <a:tblGrid>
                <a:gridCol w="847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4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Product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Dec'25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Jan'26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Feb'26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PL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4,658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5,198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5,159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BIL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108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110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124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8" name="Group 47">
            <a:extLst>
              <a:ext uri="{FF2B5EF4-FFF2-40B4-BE49-F238E27FC236}">
                <a16:creationId xmlns:a16="http://schemas.microsoft.com/office/drawing/2014/main" id="{158CF4A4-BD44-9BD5-779C-30C44FE8D297}"/>
              </a:ext>
            </a:extLst>
          </p:cNvPr>
          <p:cNvGrpSpPr/>
          <p:nvPr/>
        </p:nvGrpSpPr>
        <p:grpSpPr>
          <a:xfrm>
            <a:off x="157378" y="4727756"/>
            <a:ext cx="2460383" cy="1248298"/>
            <a:chOff x="8524875" y="4882515"/>
            <a:chExt cx="1463040" cy="1280160"/>
          </a:xfrm>
        </p:grpSpPr>
        <p:sp>
          <p:nvSpPr>
            <p:cNvPr id="42" name="Shape 30">
              <a:extLst>
                <a:ext uri="{FF2B5EF4-FFF2-40B4-BE49-F238E27FC236}">
                  <a16:creationId xmlns:a16="http://schemas.microsoft.com/office/drawing/2014/main" id="{BB5FA8AB-C6AC-E12A-87F1-30260E790AD1}"/>
                </a:ext>
              </a:extLst>
            </p:cNvPr>
            <p:cNvSpPr/>
            <p:nvPr/>
          </p:nvSpPr>
          <p:spPr>
            <a:xfrm>
              <a:off x="8524875" y="4882515"/>
              <a:ext cx="146304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43" name="Shape 31">
              <a:extLst>
                <a:ext uri="{FF2B5EF4-FFF2-40B4-BE49-F238E27FC236}">
                  <a16:creationId xmlns:a16="http://schemas.microsoft.com/office/drawing/2014/main" id="{561774F2-0000-A310-EFA4-931C684F7611}"/>
                </a:ext>
              </a:extLst>
            </p:cNvPr>
            <p:cNvSpPr/>
            <p:nvPr/>
          </p:nvSpPr>
          <p:spPr>
            <a:xfrm>
              <a:off x="8524875" y="4882515"/>
              <a:ext cx="1463040" cy="320040"/>
            </a:xfrm>
            <a:prstGeom prst="rect">
              <a:avLst/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44" name="Text 32">
              <a:extLst>
                <a:ext uri="{FF2B5EF4-FFF2-40B4-BE49-F238E27FC236}">
                  <a16:creationId xmlns:a16="http://schemas.microsoft.com/office/drawing/2014/main" id="{7F0FB7A3-BABF-20E9-FB4F-FC318EB40391}"/>
                </a:ext>
              </a:extLst>
            </p:cNvPr>
            <p:cNvSpPr/>
            <p:nvPr/>
          </p:nvSpPr>
          <p:spPr>
            <a:xfrm>
              <a:off x="8524875" y="4882515"/>
              <a:ext cx="1463040" cy="3200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Timeline</a:t>
              </a:r>
              <a:endParaRPr lang="en-US" sz="1400"/>
            </a:p>
          </p:txBody>
        </p:sp>
        <p:sp>
          <p:nvSpPr>
            <p:cNvPr id="45" name="Text 33">
              <a:extLst>
                <a:ext uri="{FF2B5EF4-FFF2-40B4-BE49-F238E27FC236}">
                  <a16:creationId xmlns:a16="http://schemas.microsoft.com/office/drawing/2014/main" id="{7302265C-7838-FFD9-B91A-956CCD878399}"/>
                </a:ext>
              </a:extLst>
            </p:cNvPr>
            <p:cNvSpPr/>
            <p:nvPr/>
          </p:nvSpPr>
          <p:spPr>
            <a:xfrm>
              <a:off x="8616316" y="5293995"/>
              <a:ext cx="1299437" cy="641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Pilot Launch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0A6E6E"/>
                  </a:solidFill>
                  <a:ea typeface="Calibri" pitchFamily="34" charset="-122"/>
                  <a:cs typeface="Calibri" pitchFamily="34" charset="-120"/>
                </a:rPr>
                <a:t>April '26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API Integration</a:t>
              </a:r>
              <a:endParaRPr lang="en-US" sz="1400"/>
            </a:p>
            <a:p>
              <a:pPr marL="0" indent="0" algn="ctr">
                <a:buNone/>
              </a:pPr>
              <a:r>
                <a:rPr lang="en-US" sz="1400" b="1">
                  <a:solidFill>
                    <a:srgbClr val="0A6E6E"/>
                  </a:solidFill>
                  <a:ea typeface="Calibri" pitchFamily="34" charset="-122"/>
                  <a:cs typeface="Calibri" pitchFamily="34" charset="-120"/>
                </a:rPr>
                <a:t>Sept '26</a:t>
              </a:r>
              <a:endParaRPr lang="en-US" sz="1400"/>
            </a:p>
          </p:txBody>
        </p:sp>
      </p:grpSp>
      <p:sp>
        <p:nvSpPr>
          <p:cNvPr id="47" name="Text 35">
            <a:extLst>
              <a:ext uri="{FF2B5EF4-FFF2-40B4-BE49-F238E27FC236}">
                <a16:creationId xmlns:a16="http://schemas.microsoft.com/office/drawing/2014/main" id="{73CD1C59-728A-FA6B-14AC-20ED37D1548C}"/>
              </a:ext>
            </a:extLst>
          </p:cNvPr>
          <p:cNvSpPr/>
          <p:nvPr/>
        </p:nvSpPr>
        <p:spPr>
          <a:xfrm>
            <a:off x="3509266" y="6379318"/>
            <a:ext cx="2370537" cy="2005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chemeClr val="tx1"/>
                </a:solidFill>
                <a:ea typeface="Calibri" pitchFamily="34" charset="-122"/>
                <a:cs typeface="Calibri" pitchFamily="34" charset="-120"/>
              </a:rPr>
              <a:t>2,600 man hours saved</a:t>
            </a: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30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7831B788-A527-898D-F940-D5E797FF5ACE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CDA018A-8728-CFD4-21CD-99585B471AE9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  <a:latin typeface="Mulish SemiBold"/>
              </a:rPr>
              <a:t>Fraud Prevention Recommendation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135834-4027-BC8A-2C42-E96E4AC4356F}"/>
              </a:ext>
            </a:extLst>
          </p:cNvPr>
          <p:cNvSpPr/>
          <p:nvPr/>
        </p:nvSpPr>
        <p:spPr>
          <a:xfrm>
            <a:off x="79379" y="1000630"/>
            <a:ext cx="11868261" cy="28538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latin typeface="Mulish ExtraBold" pitchFamily="2" charset="0"/>
              </a:rPr>
              <a:t>FD Lien Marking Automation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5E9165-A913-4546-F28C-0A2AEDA93C65}"/>
              </a:ext>
            </a:extLst>
          </p:cNvPr>
          <p:cNvSpPr/>
          <p:nvPr/>
        </p:nvSpPr>
        <p:spPr>
          <a:xfrm>
            <a:off x="70800" y="3779439"/>
            <a:ext cx="11874191" cy="375824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latin typeface="Mulish ExtraBold" pitchFamily="2" charset="0"/>
              </a:rPr>
              <a:t>Digitization of society NOC verification via </a:t>
            </a:r>
            <a:r>
              <a:rPr lang="en-US" sz="1400" err="1">
                <a:latin typeface="Mulish ExtraBold" pitchFamily="2" charset="0"/>
              </a:rPr>
              <a:t>iLens</a:t>
            </a:r>
            <a:endParaRPr lang="en-US" sz="1400">
              <a:latin typeface="Mulish ExtraBold" pitchFamily="2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9B894836-049E-551D-C3E1-4A4DC2F84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976433"/>
              </p:ext>
            </p:extLst>
          </p:nvPr>
        </p:nvGraphicFramePr>
        <p:xfrm>
          <a:off x="1385624" y="2623549"/>
          <a:ext cx="4283644" cy="984974"/>
        </p:xfrm>
        <a:graphic>
          <a:graphicData uri="http://schemas.openxmlformats.org/drawingml/2006/table">
            <a:tbl>
              <a:tblPr/>
              <a:tblGrid>
                <a:gridCol w="1070911">
                  <a:extLst>
                    <a:ext uri="{9D8B030D-6E8A-4147-A177-3AD203B41FA5}">
                      <a16:colId xmlns:a16="http://schemas.microsoft.com/office/drawing/2014/main" val="2436148691"/>
                    </a:ext>
                  </a:extLst>
                </a:gridCol>
                <a:gridCol w="1070911">
                  <a:extLst>
                    <a:ext uri="{9D8B030D-6E8A-4147-A177-3AD203B41FA5}">
                      <a16:colId xmlns:a16="http://schemas.microsoft.com/office/drawing/2014/main" val="3212210536"/>
                    </a:ext>
                  </a:extLst>
                </a:gridCol>
                <a:gridCol w="1070911">
                  <a:extLst>
                    <a:ext uri="{9D8B030D-6E8A-4147-A177-3AD203B41FA5}">
                      <a16:colId xmlns:a16="http://schemas.microsoft.com/office/drawing/2014/main" val="1074999736"/>
                    </a:ext>
                  </a:extLst>
                </a:gridCol>
                <a:gridCol w="1070911">
                  <a:extLst>
                    <a:ext uri="{9D8B030D-6E8A-4147-A177-3AD203B41FA5}">
                      <a16:colId xmlns:a16="http://schemas.microsoft.com/office/drawing/2014/main" val="3788926953"/>
                    </a:ext>
                  </a:extLst>
                </a:gridCol>
              </a:tblGrid>
              <a:tr h="16412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Mulish"/>
                        </a:rPr>
                        <a:t>FD Lien marking cases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337792"/>
                  </a:ext>
                </a:extLst>
              </a:tr>
              <a:tr h="2703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Product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Dec-25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389719"/>
                  </a:ext>
                </a:extLst>
              </a:tr>
              <a:tr h="2703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54045"/>
                  </a:ext>
                </a:extLst>
              </a:tr>
              <a:tr h="27032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BIL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Mulish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514728"/>
                  </a:ext>
                </a:extLst>
              </a:tr>
            </a:tbl>
          </a:graphicData>
        </a:graphic>
      </p:graphicFrame>
      <p:sp>
        <p:nvSpPr>
          <p:cNvPr id="46" name="Arrow: Down 45">
            <a:extLst>
              <a:ext uri="{FF2B5EF4-FFF2-40B4-BE49-F238E27FC236}">
                <a16:creationId xmlns:a16="http://schemas.microsoft.com/office/drawing/2014/main" id="{4B942BA9-C460-78AD-507F-DF7D51F6EA63}"/>
              </a:ext>
            </a:extLst>
          </p:cNvPr>
          <p:cNvSpPr/>
          <p:nvPr/>
        </p:nvSpPr>
        <p:spPr>
          <a:xfrm>
            <a:off x="10391074" y="5369305"/>
            <a:ext cx="266700" cy="247219"/>
          </a:xfrm>
          <a:prstGeom prst="downArrow">
            <a:avLst/>
          </a:prstGeom>
          <a:solidFill>
            <a:srgbClr val="C00000">
              <a:alpha val="9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">
            <a:extLst>
              <a:ext uri="{FF2B5EF4-FFF2-40B4-BE49-F238E27FC236}">
                <a16:creationId xmlns:a16="http://schemas.microsoft.com/office/drawing/2014/main" id="{C2AB097B-03BC-FEF6-A7DA-C4ECBA07FABA}"/>
              </a:ext>
            </a:extLst>
          </p:cNvPr>
          <p:cNvSpPr txBox="1"/>
          <p:nvPr/>
        </p:nvSpPr>
        <p:spPr>
          <a:xfrm>
            <a:off x="9426616" y="5611190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Noc Verification completed with Lat &amp;Long, date, time stamp</a:t>
            </a:r>
            <a:endParaRPr lang="en-US" sz="1200"/>
          </a:p>
        </p:txBody>
      </p:sp>
      <p:pic>
        <p:nvPicPr>
          <p:cNvPr id="51" name="Graphic 50" descr="Downward trend graph with solid fill">
            <a:extLst>
              <a:ext uri="{FF2B5EF4-FFF2-40B4-BE49-F238E27FC236}">
                <a16:creationId xmlns:a16="http://schemas.microsoft.com/office/drawing/2014/main" id="{6FA3135D-0820-669C-71A5-ED440D450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7689" y="5702299"/>
            <a:ext cx="660400" cy="622771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3744D8C-8D76-2E95-AC4A-DF44ACD97359}"/>
              </a:ext>
            </a:extLst>
          </p:cNvPr>
          <p:cNvSpPr txBox="1"/>
          <p:nvPr/>
        </p:nvSpPr>
        <p:spPr>
          <a:xfrm>
            <a:off x="2353027" y="5758508"/>
            <a:ext cx="3212095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Reduction in fraud:</a:t>
            </a:r>
          </a:p>
          <a:p>
            <a:r>
              <a:rPr lang="en-US" sz="1400"/>
              <a:t>No cases reported post Oct'25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28E9E0-8212-F44B-0A72-986EF9D5E974}"/>
              </a:ext>
            </a:extLst>
          </p:cNvPr>
          <p:cNvSpPr/>
          <p:nvPr/>
        </p:nvSpPr>
        <p:spPr>
          <a:xfrm>
            <a:off x="1386417" y="5524500"/>
            <a:ext cx="4529666" cy="104775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4">
            <a:extLst>
              <a:ext uri="{FF2B5EF4-FFF2-40B4-BE49-F238E27FC236}">
                <a16:creationId xmlns:a16="http://schemas.microsoft.com/office/drawing/2014/main" id="{80BF3270-3135-0C6E-92EB-74E0D55B3646}"/>
              </a:ext>
            </a:extLst>
          </p:cNvPr>
          <p:cNvSpPr txBox="1"/>
          <p:nvPr/>
        </p:nvSpPr>
        <p:spPr>
          <a:xfrm>
            <a:off x="282615" y="4486332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Sales user to visit property location</a:t>
            </a:r>
            <a:endParaRPr lang="en-US"/>
          </a:p>
        </p:txBody>
      </p:sp>
      <p:sp>
        <p:nvSpPr>
          <p:cNvPr id="55" name="Rectangle: Rounded Corners 4">
            <a:extLst>
              <a:ext uri="{FF2B5EF4-FFF2-40B4-BE49-F238E27FC236}">
                <a16:creationId xmlns:a16="http://schemas.microsoft.com/office/drawing/2014/main" id="{7D7B28F6-504A-B116-3607-26ED292D4912}"/>
              </a:ext>
            </a:extLst>
          </p:cNvPr>
          <p:cNvSpPr txBox="1"/>
          <p:nvPr/>
        </p:nvSpPr>
        <p:spPr>
          <a:xfrm>
            <a:off x="3212686" y="4486331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Capture photo(selfie) of Society Office/Name board</a:t>
            </a:r>
            <a:endParaRPr lang="en-US"/>
          </a:p>
        </p:txBody>
      </p:sp>
      <p:sp>
        <p:nvSpPr>
          <p:cNvPr id="56" name="Rectangle: Rounded Corners 4">
            <a:extLst>
              <a:ext uri="{FF2B5EF4-FFF2-40B4-BE49-F238E27FC236}">
                <a16:creationId xmlns:a16="http://schemas.microsoft.com/office/drawing/2014/main" id="{88084A62-358E-8EDB-93FC-F9FDFA8B7792}"/>
              </a:ext>
            </a:extLst>
          </p:cNvPr>
          <p:cNvSpPr txBox="1"/>
          <p:nvPr/>
        </p:nvSpPr>
        <p:spPr>
          <a:xfrm>
            <a:off x="6324185" y="4486330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Capture Latitude &amp; Longitude</a:t>
            </a:r>
            <a:endParaRPr lang="en-US"/>
          </a:p>
        </p:txBody>
      </p:sp>
      <p:sp>
        <p:nvSpPr>
          <p:cNvPr id="57" name="Rectangle: Rounded Corners 4">
            <a:extLst>
              <a:ext uri="{FF2B5EF4-FFF2-40B4-BE49-F238E27FC236}">
                <a16:creationId xmlns:a16="http://schemas.microsoft.com/office/drawing/2014/main" id="{8802BECA-6386-734A-CC39-F12C528DDE7F}"/>
              </a:ext>
            </a:extLst>
          </p:cNvPr>
          <p:cNvSpPr txBox="1"/>
          <p:nvPr/>
        </p:nvSpPr>
        <p:spPr>
          <a:xfrm>
            <a:off x="9290542" y="4486329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Upload NOC document in </a:t>
            </a:r>
            <a:r>
              <a:rPr lang="en-IN" sz="1200" err="1"/>
              <a:t>iLens</a:t>
            </a:r>
            <a:endParaRPr lang="en-US" err="1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5C5CE993-26B1-B114-9C30-C3B88517BF7B}"/>
              </a:ext>
            </a:extLst>
          </p:cNvPr>
          <p:cNvSpPr/>
          <p:nvPr/>
        </p:nvSpPr>
        <p:spPr>
          <a:xfrm>
            <a:off x="2598766" y="4694109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B199A60B-D579-FB9B-0D05-29F1D6B8EF0F}"/>
              </a:ext>
            </a:extLst>
          </p:cNvPr>
          <p:cNvSpPr/>
          <p:nvPr/>
        </p:nvSpPr>
        <p:spPr>
          <a:xfrm>
            <a:off x="5565122" y="4694108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43A5AE38-B739-6B05-2DAE-2E6E84C068C6}"/>
              </a:ext>
            </a:extLst>
          </p:cNvPr>
          <p:cNvSpPr/>
          <p:nvPr/>
        </p:nvSpPr>
        <p:spPr>
          <a:xfrm>
            <a:off x="8631265" y="4694108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4">
            <a:extLst>
              <a:ext uri="{FF2B5EF4-FFF2-40B4-BE49-F238E27FC236}">
                <a16:creationId xmlns:a16="http://schemas.microsoft.com/office/drawing/2014/main" id="{E1746F7A-137D-6585-8D46-9CBADBDE29AC}"/>
              </a:ext>
            </a:extLst>
          </p:cNvPr>
          <p:cNvSpPr txBox="1"/>
          <p:nvPr/>
        </p:nvSpPr>
        <p:spPr>
          <a:xfrm>
            <a:off x="273543" y="1474617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Currently FD </a:t>
            </a:r>
            <a:r>
              <a:rPr lang="en-IN" sz="1200" err="1"/>
              <a:t>Detai</a:t>
            </a:r>
            <a:r>
              <a:rPr lang="en-IN" sz="1200"/>
              <a:t>ls are manually entered from c360</a:t>
            </a: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2644E407-A5D0-7EFA-EA7A-9B44EB77922E}"/>
              </a:ext>
            </a:extLst>
          </p:cNvPr>
          <p:cNvSpPr/>
          <p:nvPr/>
        </p:nvSpPr>
        <p:spPr>
          <a:xfrm>
            <a:off x="2589694" y="1682394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4">
            <a:extLst>
              <a:ext uri="{FF2B5EF4-FFF2-40B4-BE49-F238E27FC236}">
                <a16:creationId xmlns:a16="http://schemas.microsoft.com/office/drawing/2014/main" id="{596A3FDA-DAB8-0717-BD05-F5BD51B92ACC}"/>
              </a:ext>
            </a:extLst>
          </p:cNvPr>
          <p:cNvSpPr txBox="1"/>
          <p:nvPr/>
        </p:nvSpPr>
        <p:spPr>
          <a:xfrm>
            <a:off x="3049399" y="1474616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Auto populating FD details using API in </a:t>
            </a:r>
            <a:r>
              <a:rPr lang="en-IN" sz="1200" err="1"/>
              <a:t>ilens</a:t>
            </a:r>
            <a:endParaRPr lang="en-US" err="1"/>
          </a:p>
        </p:txBody>
      </p:sp>
      <p:sp>
        <p:nvSpPr>
          <p:cNvPr id="192" name="Rectangle: Rounded Corners 4">
            <a:extLst>
              <a:ext uri="{FF2B5EF4-FFF2-40B4-BE49-F238E27FC236}">
                <a16:creationId xmlns:a16="http://schemas.microsoft.com/office/drawing/2014/main" id="{6F8CE7F7-65AE-433C-2482-AE776787640E}"/>
              </a:ext>
            </a:extLst>
          </p:cNvPr>
          <p:cNvSpPr txBox="1"/>
          <p:nvPr/>
        </p:nvSpPr>
        <p:spPr>
          <a:xfrm>
            <a:off x="5915970" y="1474616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Lien marking of FD at IGF submission</a:t>
            </a:r>
            <a:endParaRPr lang="en-US"/>
          </a:p>
        </p:txBody>
      </p:sp>
      <p:sp>
        <p:nvSpPr>
          <p:cNvPr id="193" name="Arrow: Right 192">
            <a:extLst>
              <a:ext uri="{FF2B5EF4-FFF2-40B4-BE49-F238E27FC236}">
                <a16:creationId xmlns:a16="http://schemas.microsoft.com/office/drawing/2014/main" id="{77F35CB2-9D58-33F9-0CA6-E3C9EFF60BFC}"/>
              </a:ext>
            </a:extLst>
          </p:cNvPr>
          <p:cNvSpPr/>
          <p:nvPr/>
        </p:nvSpPr>
        <p:spPr>
          <a:xfrm>
            <a:off x="5338336" y="1682393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Arrow: Right 193">
            <a:extLst>
              <a:ext uri="{FF2B5EF4-FFF2-40B4-BE49-F238E27FC236}">
                <a16:creationId xmlns:a16="http://schemas.microsoft.com/office/drawing/2014/main" id="{EDBD47DB-F4E3-7903-5F94-1E8DAC2C2F01}"/>
              </a:ext>
            </a:extLst>
          </p:cNvPr>
          <p:cNvSpPr/>
          <p:nvPr/>
        </p:nvSpPr>
        <p:spPr>
          <a:xfrm>
            <a:off x="8177692" y="1682392"/>
            <a:ext cx="486858" cy="28247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: Rounded Corners 4">
            <a:extLst>
              <a:ext uri="{FF2B5EF4-FFF2-40B4-BE49-F238E27FC236}">
                <a16:creationId xmlns:a16="http://schemas.microsoft.com/office/drawing/2014/main" id="{0B036CB1-C512-73A7-F2BE-B6B3355BF997}"/>
              </a:ext>
            </a:extLst>
          </p:cNvPr>
          <p:cNvSpPr txBox="1"/>
          <p:nvPr/>
        </p:nvSpPr>
        <p:spPr>
          <a:xfrm>
            <a:off x="8855112" y="1474615"/>
            <a:ext cx="2199663" cy="710439"/>
          </a:xfrm>
          <a:prstGeom prst="roundRect">
            <a:avLst/>
          </a:prstGeom>
          <a:solidFill>
            <a:srgbClr val="053C6D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Validation at disbursement stage for mandatory lien marking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5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7831B788-A527-898D-F940-D5E797FF5ACE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CDA018A-8728-CFD4-21CD-99585B471AE9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  <a:latin typeface="Mulish SemiBold"/>
              </a:rPr>
              <a:t>Fraud Prevention Recommendation-</a:t>
            </a:r>
            <a:r>
              <a:rPr lang="en-US" sz="2400" b="1">
                <a:solidFill>
                  <a:srgbClr val="FFFFFF"/>
                </a:solidFill>
                <a:ea typeface="Calibri"/>
                <a:cs typeface="Calibri"/>
              </a:rPr>
              <a:t> Seller Verification</a:t>
            </a:r>
            <a:r>
              <a:rPr lang="en-US" sz="2400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8D85D-69A6-5D5E-7441-C8ADEA0F708A}"/>
              </a:ext>
            </a:extLst>
          </p:cNvPr>
          <p:cNvSpPr/>
          <p:nvPr/>
        </p:nvSpPr>
        <p:spPr>
          <a:xfrm>
            <a:off x="116788" y="4012726"/>
            <a:ext cx="11958422" cy="193741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DBD6D-B556-616B-6AED-B39AD1BF698B}"/>
              </a:ext>
            </a:extLst>
          </p:cNvPr>
          <p:cNvSpPr/>
          <p:nvPr/>
        </p:nvSpPr>
        <p:spPr>
          <a:xfrm>
            <a:off x="116788" y="1345316"/>
            <a:ext cx="11958422" cy="244287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E518D42-CB4C-C859-E503-331B01C338B0}"/>
              </a:ext>
            </a:extLst>
          </p:cNvPr>
          <p:cNvSpPr/>
          <p:nvPr/>
        </p:nvSpPr>
        <p:spPr>
          <a:xfrm>
            <a:off x="139149" y="907861"/>
            <a:ext cx="1121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Mulish ExtraBold"/>
              </a:rPr>
              <a:t>C360 — Seller Verification via Bank Relationship</a:t>
            </a:r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8122AA36-CFE4-45D4-F17B-7FF21FA428CA}"/>
              </a:ext>
            </a:extLst>
          </p:cNvPr>
          <p:cNvSpPr/>
          <p:nvPr/>
        </p:nvSpPr>
        <p:spPr>
          <a:xfrm>
            <a:off x="2735199" y="281330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9" name="Text 24">
            <a:extLst>
              <a:ext uri="{FF2B5EF4-FFF2-40B4-BE49-F238E27FC236}">
                <a16:creationId xmlns:a16="http://schemas.microsoft.com/office/drawing/2014/main" id="{6DB16BFF-9144-E162-CF21-89559C428B37}"/>
              </a:ext>
            </a:extLst>
          </p:cNvPr>
          <p:cNvSpPr/>
          <p:nvPr/>
        </p:nvSpPr>
        <p:spPr>
          <a:xfrm>
            <a:off x="2735199" y="356920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0" name="Text 31">
            <a:extLst>
              <a:ext uri="{FF2B5EF4-FFF2-40B4-BE49-F238E27FC236}">
                <a16:creationId xmlns:a16="http://schemas.microsoft.com/office/drawing/2014/main" id="{DD8862DD-41E4-4FCC-0139-495F86DEBB17}"/>
              </a:ext>
            </a:extLst>
          </p:cNvPr>
          <p:cNvSpPr/>
          <p:nvPr/>
        </p:nvSpPr>
        <p:spPr>
          <a:xfrm>
            <a:off x="2735199" y="432511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/>
          </a:p>
        </p:txBody>
      </p:sp>
      <p:sp>
        <p:nvSpPr>
          <p:cNvPr id="11" name="Rectangle: Rounded Corners 4">
            <a:extLst>
              <a:ext uri="{FF2B5EF4-FFF2-40B4-BE49-F238E27FC236}">
                <a16:creationId xmlns:a16="http://schemas.microsoft.com/office/drawing/2014/main" id="{3476F193-09CF-D7F6-A1CE-14B3EC321663}"/>
              </a:ext>
            </a:extLst>
          </p:cNvPr>
          <p:cNvSpPr txBox="1"/>
          <p:nvPr/>
        </p:nvSpPr>
        <p:spPr>
          <a:xfrm>
            <a:off x="293659" y="1678528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US" sz="1300" baseline="0">
                <a:solidFill>
                  <a:srgbClr val="FFFFFF"/>
                </a:solidFill>
                <a:latin typeface="Calibri"/>
              </a:rPr>
              <a:t>Add Seller and enter basic details of seller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​</a:t>
            </a:r>
            <a:endParaRPr lang="en-IN" sz="1200">
              <a:solidFill>
                <a:srgbClr val="FFFFFF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94DDF91-281B-9708-CFBE-EF896CA44631}"/>
              </a:ext>
            </a:extLst>
          </p:cNvPr>
          <p:cNvSpPr/>
          <p:nvPr/>
        </p:nvSpPr>
        <p:spPr>
          <a:xfrm>
            <a:off x="2596834" y="1886304"/>
            <a:ext cx="450573" cy="29154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B71460BF-4167-B917-F24A-A82059ED3BDD}"/>
              </a:ext>
            </a:extLst>
          </p:cNvPr>
          <p:cNvSpPr txBox="1"/>
          <p:nvPr/>
        </p:nvSpPr>
        <p:spPr>
          <a:xfrm>
            <a:off x="3120789" y="1678528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Select KYC mode- EKYC &amp; Physical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81FFB0-32AB-0C92-EA15-2E3E01E4C9BE}"/>
              </a:ext>
            </a:extLst>
          </p:cNvPr>
          <p:cNvSpPr txBox="1"/>
          <p:nvPr/>
        </p:nvSpPr>
        <p:spPr>
          <a:xfrm>
            <a:off x="117062" y="1362763"/>
            <a:ext cx="42075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Mulish ExtraBold"/>
              </a:rPr>
              <a:t>Previous Process flow- c360 Green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09E7C-C877-25D3-A853-6DEB1E43CFA8}"/>
              </a:ext>
            </a:extLst>
          </p:cNvPr>
          <p:cNvSpPr txBox="1"/>
          <p:nvPr/>
        </p:nvSpPr>
        <p:spPr>
          <a:xfrm>
            <a:off x="636104" y="2389807"/>
            <a:ext cx="31142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Sales user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C32219-99DC-0A09-F7BD-5F6A943D3F6C}"/>
              </a:ext>
            </a:extLst>
          </p:cNvPr>
          <p:cNvSpPr txBox="1"/>
          <p:nvPr/>
        </p:nvSpPr>
        <p:spPr>
          <a:xfrm>
            <a:off x="3650974" y="2433981"/>
            <a:ext cx="31142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Sales user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F953791-0BB2-57BB-25A4-98F67F82AAB6}"/>
              </a:ext>
            </a:extLst>
          </p:cNvPr>
          <p:cNvSpPr/>
          <p:nvPr/>
        </p:nvSpPr>
        <p:spPr>
          <a:xfrm>
            <a:off x="5395803" y="1908391"/>
            <a:ext cx="450573" cy="29154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4">
            <a:extLst>
              <a:ext uri="{FF2B5EF4-FFF2-40B4-BE49-F238E27FC236}">
                <a16:creationId xmlns:a16="http://schemas.microsoft.com/office/drawing/2014/main" id="{F9328C42-2F40-4FE0-D6C7-B4203E73EB2A}"/>
              </a:ext>
            </a:extLst>
          </p:cNvPr>
          <p:cNvSpPr txBox="1"/>
          <p:nvPr/>
        </p:nvSpPr>
        <p:spPr>
          <a:xfrm>
            <a:off x="5881658" y="1700615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Seller to share OTP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53790-3C53-BF47-EF83-D96E5159CFEF}"/>
              </a:ext>
            </a:extLst>
          </p:cNvPr>
          <p:cNvSpPr txBox="1"/>
          <p:nvPr/>
        </p:nvSpPr>
        <p:spPr>
          <a:xfrm>
            <a:off x="6522278" y="2433981"/>
            <a:ext cx="31142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Seller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AB2ED9C-B69E-A381-4EA1-1D4C535FDBE2}"/>
              </a:ext>
            </a:extLst>
          </p:cNvPr>
          <p:cNvSpPr/>
          <p:nvPr/>
        </p:nvSpPr>
        <p:spPr>
          <a:xfrm>
            <a:off x="8120505" y="1886304"/>
            <a:ext cx="450573" cy="291547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4">
            <a:extLst>
              <a:ext uri="{FF2B5EF4-FFF2-40B4-BE49-F238E27FC236}">
                <a16:creationId xmlns:a16="http://schemas.microsoft.com/office/drawing/2014/main" id="{CD820B07-AA13-92D3-219D-D50D57097AFB}"/>
              </a:ext>
            </a:extLst>
          </p:cNvPr>
          <p:cNvSpPr txBox="1"/>
          <p:nvPr/>
        </p:nvSpPr>
        <p:spPr>
          <a:xfrm>
            <a:off x="8576266" y="1711658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KYC Completed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96033E-7AEB-C1A6-321D-02A7B8FC7F55}"/>
              </a:ext>
            </a:extLst>
          </p:cNvPr>
          <p:cNvSpPr txBox="1"/>
          <p:nvPr/>
        </p:nvSpPr>
        <p:spPr>
          <a:xfrm>
            <a:off x="9371495" y="2433981"/>
            <a:ext cx="31142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D9864B-C854-FF23-1906-DFCA76509D27}"/>
              </a:ext>
            </a:extLst>
          </p:cNvPr>
          <p:cNvSpPr txBox="1"/>
          <p:nvPr/>
        </p:nvSpPr>
        <p:spPr>
          <a:xfrm>
            <a:off x="139149" y="4013198"/>
            <a:ext cx="42075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Mulish ExtraBold"/>
              </a:rPr>
              <a:t>Revised Process flow</a:t>
            </a:r>
            <a:endParaRPr lang="en-US"/>
          </a:p>
        </p:txBody>
      </p:sp>
      <p:sp>
        <p:nvSpPr>
          <p:cNvPr id="24" name="Rectangle: Rounded Corners 4">
            <a:extLst>
              <a:ext uri="{FF2B5EF4-FFF2-40B4-BE49-F238E27FC236}">
                <a16:creationId xmlns:a16="http://schemas.microsoft.com/office/drawing/2014/main" id="{C44E1BA9-A0DF-BD43-2A18-91BDACB25995}"/>
              </a:ext>
            </a:extLst>
          </p:cNvPr>
          <p:cNvSpPr txBox="1"/>
          <p:nvPr/>
        </p:nvSpPr>
        <p:spPr>
          <a:xfrm>
            <a:off x="337833" y="4362093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US" sz="1300" baseline="0">
                <a:solidFill>
                  <a:srgbClr val="FFFFFF"/>
                </a:solidFill>
                <a:latin typeface="Calibri"/>
              </a:rPr>
              <a:t>Add Seller and enter basic details of seller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​</a:t>
            </a:r>
            <a:endParaRPr lang="en-IN" sz="1200">
              <a:solidFill>
                <a:srgbClr val="FFFFFF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538C072-700B-506F-2A16-DC766D59A72F}"/>
              </a:ext>
            </a:extLst>
          </p:cNvPr>
          <p:cNvSpPr/>
          <p:nvPr/>
        </p:nvSpPr>
        <p:spPr>
          <a:xfrm>
            <a:off x="2698158" y="4569869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B29F77-3990-2EED-6CE5-B27101918AAA}"/>
              </a:ext>
            </a:extLst>
          </p:cNvPr>
          <p:cNvSpPr txBox="1"/>
          <p:nvPr/>
        </p:nvSpPr>
        <p:spPr>
          <a:xfrm>
            <a:off x="680278" y="5073372"/>
            <a:ext cx="31142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Sales user</a:t>
            </a:r>
          </a:p>
        </p:txBody>
      </p:sp>
      <p:sp>
        <p:nvSpPr>
          <p:cNvPr id="27" name="Rectangle: Rounded Corners 4">
            <a:extLst>
              <a:ext uri="{FF2B5EF4-FFF2-40B4-BE49-F238E27FC236}">
                <a16:creationId xmlns:a16="http://schemas.microsoft.com/office/drawing/2014/main" id="{90CBDFAD-B54D-A909-D585-BA4295CCFD3A}"/>
              </a:ext>
            </a:extLst>
          </p:cNvPr>
          <p:cNvSpPr txBox="1"/>
          <p:nvPr/>
        </p:nvSpPr>
        <p:spPr>
          <a:xfrm>
            <a:off x="3164963" y="4362093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Select KYC mode- EKYC &amp; Physical, C360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9B2210-3F1B-C774-0212-EC7141B05752}"/>
              </a:ext>
            </a:extLst>
          </p:cNvPr>
          <p:cNvSpPr txBox="1"/>
          <p:nvPr/>
        </p:nvSpPr>
        <p:spPr>
          <a:xfrm>
            <a:off x="2911060" y="5073372"/>
            <a:ext cx="31142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Additional KYC mode-c360 added</a:t>
            </a:r>
            <a:endParaRPr lang="en-US"/>
          </a:p>
        </p:txBody>
      </p:sp>
      <p:sp>
        <p:nvSpPr>
          <p:cNvPr id="29" name="Rectangle: Rounded Corners 4">
            <a:extLst>
              <a:ext uri="{FF2B5EF4-FFF2-40B4-BE49-F238E27FC236}">
                <a16:creationId xmlns:a16="http://schemas.microsoft.com/office/drawing/2014/main" id="{297DACB2-027D-4BFB-71B7-E5E07A24CC60}"/>
              </a:ext>
            </a:extLst>
          </p:cNvPr>
          <p:cNvSpPr txBox="1"/>
          <p:nvPr/>
        </p:nvSpPr>
        <p:spPr>
          <a:xfrm>
            <a:off x="6091484" y="4340005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KYC </a:t>
            </a:r>
            <a:r>
              <a:rPr lang="en-IN" sz="1200" err="1"/>
              <a:t>mo</a:t>
            </a:r>
            <a:r>
              <a:rPr lang="en-IN" sz="1200"/>
              <a:t>de c360</a:t>
            </a:r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65094EF-47BE-ECD4-2BD3-4A557D93201C}"/>
              </a:ext>
            </a:extLst>
          </p:cNvPr>
          <p:cNvSpPr/>
          <p:nvPr/>
        </p:nvSpPr>
        <p:spPr>
          <a:xfrm>
            <a:off x="5492158" y="4569869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4">
            <a:extLst>
              <a:ext uri="{FF2B5EF4-FFF2-40B4-BE49-F238E27FC236}">
                <a16:creationId xmlns:a16="http://schemas.microsoft.com/office/drawing/2014/main" id="{19AC9C5C-A0DE-1BB7-C269-0875C0435C26}"/>
              </a:ext>
            </a:extLst>
          </p:cNvPr>
          <p:cNvSpPr txBox="1"/>
          <p:nvPr/>
        </p:nvSpPr>
        <p:spPr>
          <a:xfrm>
            <a:off x="9040093" y="4340005"/>
            <a:ext cx="2199663" cy="71043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defTabSz="1022350"/>
            <a:r>
              <a:rPr lang="en-US" sz="1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PAN + DOB match → Auto-verified ✔</a:t>
            </a:r>
            <a:endParaRPr lang="en-IN" sz="13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E457ABB9-4104-E9E1-A285-E27AAF976DBB}"/>
              </a:ext>
            </a:extLst>
          </p:cNvPr>
          <p:cNvSpPr/>
          <p:nvPr/>
        </p:nvSpPr>
        <p:spPr>
          <a:xfrm>
            <a:off x="8462854" y="4569869"/>
            <a:ext cx="450573" cy="29154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4">
            <a:extLst>
              <a:ext uri="{FF2B5EF4-FFF2-40B4-BE49-F238E27FC236}">
                <a16:creationId xmlns:a16="http://schemas.microsoft.com/office/drawing/2014/main" id="{54062D7A-D532-9262-E0D3-ECFE4F1D57F9}"/>
              </a:ext>
            </a:extLst>
          </p:cNvPr>
          <p:cNvSpPr txBox="1"/>
          <p:nvPr/>
        </p:nvSpPr>
        <p:spPr>
          <a:xfrm>
            <a:off x="9073222" y="5455396"/>
            <a:ext cx="2199663" cy="4395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ct val="35000"/>
              </a:spcAft>
            </a:pPr>
            <a:r>
              <a:rPr lang="en-IN" sz="1200"/>
              <a:t>KYC Completed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640CE4B7-2E55-8E1A-8F2A-4A3F38001873}"/>
              </a:ext>
            </a:extLst>
          </p:cNvPr>
          <p:cNvSpPr/>
          <p:nvPr/>
        </p:nvSpPr>
        <p:spPr>
          <a:xfrm rot="5400000">
            <a:off x="9920592" y="5077869"/>
            <a:ext cx="439530" cy="31363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421ADFC-451F-A6A7-F11C-790F846FFC1D}"/>
              </a:ext>
            </a:extLst>
          </p:cNvPr>
          <p:cNvSpPr/>
          <p:nvPr/>
        </p:nvSpPr>
        <p:spPr>
          <a:xfrm>
            <a:off x="2010744" y="6174202"/>
            <a:ext cx="7360751" cy="502920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ea typeface="Calibri" pitchFamily="34" charset="-122"/>
                <a:cs typeface="Calibri" pitchFamily="34" charset="-120"/>
              </a:rPr>
              <a:t>160 C360 cases processed in Feb’26 — Faster: No OTP, no ZH approval required</a:t>
            </a:r>
            <a:endParaRPr lang="en-US" sz="140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4ADB4D6-90ED-CDED-D240-4ED936413E29}"/>
              </a:ext>
            </a:extLst>
          </p:cNvPr>
          <p:cNvGrpSpPr/>
          <p:nvPr/>
        </p:nvGrpSpPr>
        <p:grpSpPr>
          <a:xfrm>
            <a:off x="337833" y="2813304"/>
            <a:ext cx="5262867" cy="914400"/>
            <a:chOff x="365760" y="2194560"/>
            <a:chExt cx="4023360" cy="914400"/>
          </a:xfrm>
        </p:grpSpPr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0BFC9DFF-501F-EEE0-DD3A-E59BFFA26EE1}"/>
                </a:ext>
              </a:extLst>
            </p:cNvPr>
            <p:cNvSpPr/>
            <p:nvPr/>
          </p:nvSpPr>
          <p:spPr>
            <a:xfrm>
              <a:off x="365760" y="2194560"/>
              <a:ext cx="4023360" cy="91440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7BC29B37-99C9-8ACF-F8A5-6DD1400FEA8B}"/>
                </a:ext>
              </a:extLst>
            </p:cNvPr>
            <p:cNvSpPr/>
            <p:nvPr/>
          </p:nvSpPr>
          <p:spPr>
            <a:xfrm>
              <a:off x="365760" y="2194560"/>
              <a:ext cx="4023360" cy="292608"/>
            </a:xfrm>
            <a:prstGeom prst="rect">
              <a:avLst/>
            </a:prstGeom>
            <a:solidFill>
              <a:schemeClr val="accent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23">
              <a:extLst>
                <a:ext uri="{FF2B5EF4-FFF2-40B4-BE49-F238E27FC236}">
                  <a16:creationId xmlns:a16="http://schemas.microsoft.com/office/drawing/2014/main" id="{421D7893-8C8D-D8ED-B962-B31F673F92E1}"/>
                </a:ext>
              </a:extLst>
            </p:cNvPr>
            <p:cNvSpPr/>
            <p:nvPr/>
          </p:nvSpPr>
          <p:spPr>
            <a:xfrm>
              <a:off x="502920" y="256032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RM to visit seller for verification — Increase in TAT</a:t>
              </a:r>
              <a:endParaRPr lang="en-US" sz="1400"/>
            </a:p>
            <a:p>
              <a:pPr marL="342900" indent="-342900">
                <a:buSzPct val="100000"/>
                <a:buChar char="•"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Seller refuses to share OTP — ZH approval needed</a:t>
              </a:r>
              <a:endParaRPr lang="en-US" sz="140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161D0CB-9F92-DE94-1ADC-C4985779E3C9}"/>
              </a:ext>
            </a:extLst>
          </p:cNvPr>
          <p:cNvSpPr txBox="1"/>
          <p:nvPr/>
        </p:nvSpPr>
        <p:spPr>
          <a:xfrm>
            <a:off x="484000" y="2782876"/>
            <a:ext cx="49705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Operational Challenges</a:t>
            </a:r>
            <a:endParaRPr lang="en-US" sz="14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97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7831B788-A527-898D-F940-D5E797FF5ACE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CDA018A-8728-CFD4-21CD-99585B471AE9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  <a:latin typeface="Mulish"/>
              </a:rPr>
              <a:t>Process Improvement- Digital Disbursement Adoption</a:t>
            </a:r>
            <a:endParaRPr lang="en-US" sz="2400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CC0B890-36D1-08B7-58F8-E491DB32B03A}"/>
              </a:ext>
            </a:extLst>
          </p:cNvPr>
          <p:cNvGrpSpPr/>
          <p:nvPr/>
        </p:nvGrpSpPr>
        <p:grpSpPr>
          <a:xfrm>
            <a:off x="281836" y="3600307"/>
            <a:ext cx="4433040" cy="2905268"/>
            <a:chOff x="3934347" y="4361139"/>
            <a:chExt cx="5010150" cy="289405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CDD9F3B-72E8-C37C-34EB-66B8A0E08756}"/>
                </a:ext>
              </a:extLst>
            </p:cNvPr>
            <p:cNvSpPr/>
            <p:nvPr/>
          </p:nvSpPr>
          <p:spPr>
            <a:xfrm>
              <a:off x="3934347" y="4361139"/>
              <a:ext cx="5010150" cy="23145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"/>
              <a:endParaRPr lang="en-US" sz="1800">
                <a:effectLst/>
                <a:latin typeface="Mulish SemiBold"/>
              </a:endParaRPr>
            </a:p>
            <a:p>
              <a:pPr algn="ctr" fontAlgn="b"/>
              <a:endParaRPr lang="en-US" sz="1800">
                <a:effectLst/>
                <a:latin typeface="Mulish SemiBold"/>
              </a:endParaRPr>
            </a:p>
            <a:p>
              <a:pPr algn="ctr" fontAlgn="b">
                <a:buNone/>
              </a:pPr>
              <a:endParaRPr lang="en-US" sz="1800">
                <a:effectLst/>
                <a:latin typeface="Mulish SemiBold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963EFCA-2EFA-19F7-E0BF-8E2E069743CD}"/>
                </a:ext>
              </a:extLst>
            </p:cNvPr>
            <p:cNvSpPr txBox="1"/>
            <p:nvPr/>
          </p:nvSpPr>
          <p:spPr>
            <a:xfrm>
              <a:off x="4152900" y="4750773"/>
              <a:ext cx="4512125" cy="2504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400">
                  <a:effectLst/>
                  <a:latin typeface="Mulish SemiBold"/>
                </a:rPr>
                <a:t>Personal Loan  </a:t>
              </a:r>
              <a:r>
                <a:rPr lang="en-US" b="1">
                  <a:solidFill>
                    <a:schemeClr val="accent2"/>
                  </a:solidFill>
                  <a:latin typeface="+mj-lt"/>
                </a:rPr>
                <a:t>97%</a:t>
              </a:r>
            </a:p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>
                  <a:effectLst/>
                  <a:latin typeface="Mulish SemiBold"/>
                </a:rPr>
                <a:t>Mortgage  </a:t>
              </a:r>
              <a:r>
                <a:rPr lang="en-US" sz="1800" b="1">
                  <a:solidFill>
                    <a:schemeClr val="accent2"/>
                  </a:solidFill>
                  <a:effectLst/>
                  <a:latin typeface="+mj-lt"/>
                </a:rPr>
                <a:t>78%</a:t>
              </a:r>
              <a:endParaRPr lang="en-US" sz="1600" b="1">
                <a:solidFill>
                  <a:schemeClr val="accent2"/>
                </a:solidFill>
                <a:latin typeface="+mj-lt"/>
              </a:endParaRPr>
            </a:p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400">
                  <a:effectLst/>
                  <a:latin typeface="Mulish SemiBold"/>
                </a:rPr>
                <a:t>Business Instalment Loan  </a:t>
              </a:r>
              <a:r>
                <a:rPr lang="en-US" b="1">
                  <a:solidFill>
                    <a:schemeClr val="accent2"/>
                  </a:solidFill>
                  <a:latin typeface="+mj-lt"/>
                </a:rPr>
                <a:t>70%</a:t>
              </a:r>
            </a:p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400">
                  <a:effectLst/>
                  <a:latin typeface="Mulish SemiBold"/>
                </a:rPr>
                <a:t>Auto Loan  </a:t>
              </a:r>
              <a:r>
                <a:rPr lang="en-US" b="1">
                  <a:solidFill>
                    <a:schemeClr val="accent2"/>
                  </a:solidFill>
                  <a:latin typeface="+mj-lt"/>
                </a:rPr>
                <a:t>61%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4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0B99D9-C2C0-034D-6AE8-BD5394F98E83}"/>
              </a:ext>
            </a:extLst>
          </p:cNvPr>
          <p:cNvGrpSpPr/>
          <p:nvPr/>
        </p:nvGrpSpPr>
        <p:grpSpPr>
          <a:xfrm>
            <a:off x="281835" y="1098727"/>
            <a:ext cx="4594965" cy="2308281"/>
            <a:chOff x="3934347" y="4361139"/>
            <a:chExt cx="5010150" cy="265687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A1C1225-67B4-C0FC-93AF-0C182E4F1E9C}"/>
                </a:ext>
              </a:extLst>
            </p:cNvPr>
            <p:cNvSpPr/>
            <p:nvPr/>
          </p:nvSpPr>
          <p:spPr>
            <a:xfrm>
              <a:off x="3934347" y="4361139"/>
              <a:ext cx="5010150" cy="23145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"/>
              <a:endParaRPr lang="en-US" sz="1800">
                <a:effectLst/>
                <a:latin typeface="Mulish SemiBold"/>
              </a:endParaRPr>
            </a:p>
            <a:p>
              <a:pPr algn="ctr" fontAlgn="b"/>
              <a:endParaRPr lang="en-US" sz="1800">
                <a:effectLst/>
                <a:latin typeface="Mulish SemiBold"/>
              </a:endParaRPr>
            </a:p>
            <a:p>
              <a:pPr algn="ctr" fontAlgn="b">
                <a:buNone/>
              </a:pPr>
              <a:endParaRPr lang="en-US" sz="1800">
                <a:effectLst/>
                <a:latin typeface="Mulish SemiBold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7F082BA-6B6D-A6BE-51E9-A55264673B5F}"/>
                </a:ext>
              </a:extLst>
            </p:cNvPr>
            <p:cNvSpPr txBox="1"/>
            <p:nvPr/>
          </p:nvSpPr>
          <p:spPr>
            <a:xfrm>
              <a:off x="4152900" y="4750772"/>
              <a:ext cx="4313857" cy="2267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400">
                  <a:effectLst/>
                  <a:latin typeface="Mulish SemiBold"/>
                </a:rPr>
                <a:t>Personal Loan  </a:t>
              </a:r>
              <a:r>
                <a:rPr lang="en-US" b="1">
                  <a:solidFill>
                    <a:schemeClr val="accent2"/>
                  </a:solidFill>
                  <a:latin typeface="+mj-lt"/>
                </a:rPr>
                <a:t>99%</a:t>
              </a:r>
            </a:p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600">
                  <a:effectLst/>
                  <a:latin typeface="Mulish SemiBold"/>
                </a:rPr>
                <a:t>Mortgage  </a:t>
              </a:r>
              <a:r>
                <a:rPr lang="en-US" sz="1800" b="1">
                  <a:solidFill>
                    <a:schemeClr val="accent2"/>
                  </a:solidFill>
                  <a:latin typeface="+mj-lt"/>
                </a:rPr>
                <a:t>97</a:t>
              </a:r>
              <a:r>
                <a:rPr lang="en-US" sz="1800" b="1">
                  <a:solidFill>
                    <a:schemeClr val="accent2"/>
                  </a:solidFill>
                  <a:effectLst/>
                  <a:latin typeface="+mj-lt"/>
                </a:rPr>
                <a:t>%</a:t>
              </a:r>
              <a:endParaRPr lang="en-US" sz="1600" b="1">
                <a:solidFill>
                  <a:schemeClr val="accent2"/>
                </a:solidFill>
                <a:latin typeface="+mj-lt"/>
              </a:endParaRPr>
            </a:p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400">
                  <a:effectLst/>
                  <a:latin typeface="Mulish SemiBold"/>
                </a:rPr>
                <a:t>Business Instalment Loan  </a:t>
              </a:r>
              <a:r>
                <a:rPr lang="en-US" b="1">
                  <a:solidFill>
                    <a:schemeClr val="accent2"/>
                  </a:solidFill>
                  <a:latin typeface="+mj-lt"/>
                </a:rPr>
                <a:t>87%</a:t>
              </a:r>
            </a:p>
            <a:p>
              <a:pPr marL="285750" indent="-285750" fontAlgn="b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sz="1400">
                  <a:effectLst/>
                  <a:latin typeface="Mulish SemiBold"/>
                </a:rPr>
                <a:t>Auto Loan  </a:t>
              </a:r>
              <a:r>
                <a:rPr lang="en-US" b="1">
                  <a:solidFill>
                    <a:schemeClr val="accent2"/>
                  </a:solidFill>
                  <a:latin typeface="+mj-lt"/>
                </a:rPr>
                <a:t>91%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endParaRPr lang="en-IN" sz="140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C780FB2-D073-96C2-CE21-89CC26151894}"/>
              </a:ext>
            </a:extLst>
          </p:cNvPr>
          <p:cNvGrpSpPr/>
          <p:nvPr/>
        </p:nvGrpSpPr>
        <p:grpSpPr>
          <a:xfrm>
            <a:off x="5077242" y="1042401"/>
            <a:ext cx="7009983" cy="4839869"/>
            <a:chOff x="4480560" y="868680"/>
            <a:chExt cx="4297680" cy="3749040"/>
          </a:xfrm>
        </p:grpSpPr>
        <p:sp>
          <p:nvSpPr>
            <p:cNvPr id="58" name="Shape 7">
              <a:extLst>
                <a:ext uri="{FF2B5EF4-FFF2-40B4-BE49-F238E27FC236}">
                  <a16:creationId xmlns:a16="http://schemas.microsoft.com/office/drawing/2014/main" id="{8CC6CAC7-9852-F4C2-BEF1-D52E007D0EAE}"/>
                </a:ext>
              </a:extLst>
            </p:cNvPr>
            <p:cNvSpPr/>
            <p:nvPr/>
          </p:nvSpPr>
          <p:spPr>
            <a:xfrm>
              <a:off x="4480560" y="868680"/>
              <a:ext cx="4297680" cy="3749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 10">
              <a:extLst>
                <a:ext uri="{FF2B5EF4-FFF2-40B4-BE49-F238E27FC236}">
                  <a16:creationId xmlns:a16="http://schemas.microsoft.com/office/drawing/2014/main" id="{769221C1-10BF-77ED-10D9-45E76BEF3272}"/>
                </a:ext>
              </a:extLst>
            </p:cNvPr>
            <p:cNvSpPr/>
            <p:nvPr/>
          </p:nvSpPr>
          <p:spPr>
            <a:xfrm>
              <a:off x="4663439" y="1255134"/>
              <a:ext cx="3931920" cy="11189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ü"/>
              </a:pPr>
              <a:r>
                <a:rPr lang="en-US" sz="1400" b="1">
                  <a:ea typeface="Calibri" pitchFamily="34" charset="-122"/>
                  <a:cs typeface="Calibri" pitchFamily="34" charset="-120"/>
                </a:rPr>
                <a:t>ENACH for current accounts enabled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ü"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MIS development to track digital disbursement zone-wise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ü"/>
              </a:pPr>
              <a:r>
                <a:rPr lang="en-US" sz="1400" b="1">
                  <a:ea typeface="Calibri" pitchFamily="34" charset="-122"/>
                  <a:cs typeface="Calibri" pitchFamily="34" charset="-120"/>
                </a:rPr>
                <a:t>Security mandate for above ₹1Cr loan amount enabled</a:t>
              </a:r>
              <a:endParaRPr lang="en-US" sz="1400"/>
            </a:p>
            <a:p>
              <a:pPr marL="342900" indent="-342900">
                <a:lnSpc>
                  <a:spcPct val="150000"/>
                </a:lnSpc>
                <a:buSzPct val="100000"/>
                <a:buFont typeface="Wingdings" panose="05000000000000000000" pitchFamily="2" charset="2"/>
                <a:buChar char="ü"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Collection tag in security mandate — enables debiting borrower account multiple times in case of default</a:t>
              </a:r>
              <a:endParaRPr lang="en-US" sz="1400"/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A0D6C152-770F-37A1-D2B0-9E48A247694F}"/>
              </a:ext>
            </a:extLst>
          </p:cNvPr>
          <p:cNvSpPr txBox="1"/>
          <p:nvPr/>
        </p:nvSpPr>
        <p:spPr>
          <a:xfrm>
            <a:off x="5077242" y="975730"/>
            <a:ext cx="7009983" cy="307777"/>
          </a:xfrm>
          <a:prstGeom prst="rect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Enablers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C958618-E1B2-1646-1A06-6E5E16BED836}"/>
              </a:ext>
            </a:extLst>
          </p:cNvPr>
          <p:cNvSpPr txBox="1"/>
          <p:nvPr/>
        </p:nvSpPr>
        <p:spPr>
          <a:xfrm>
            <a:off x="933449" y="1090051"/>
            <a:ext cx="2762250" cy="307777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Digital Mandate Setup Feb’26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333AE5B-05C1-547A-1F78-1998747F6BCE}"/>
              </a:ext>
            </a:extLst>
          </p:cNvPr>
          <p:cNvSpPr txBox="1"/>
          <p:nvPr/>
        </p:nvSpPr>
        <p:spPr>
          <a:xfrm>
            <a:off x="1090280" y="3583227"/>
            <a:ext cx="2762250" cy="307777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Digital Disbursement Feb’26</a:t>
            </a:r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3915771A-FF66-C04B-32B5-15B615EBDB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60" t="37917" r="19219" b="38425"/>
          <a:stretch/>
        </p:blipFill>
        <p:spPr>
          <a:xfrm>
            <a:off x="5191124" y="3637701"/>
            <a:ext cx="6829426" cy="20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97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8551EBF-DF1A-0A61-230B-5E599A4A2235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DCBC5B-6E50-1DC7-CC43-BA170516D31A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  <a:latin typeface="Mulish"/>
              </a:rPr>
              <a:t>Process Improvement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2B872-96B2-79C2-BEE5-0CF50A56B586}"/>
              </a:ext>
            </a:extLst>
          </p:cNvPr>
          <p:cNvSpPr txBox="1"/>
          <p:nvPr/>
        </p:nvSpPr>
        <p:spPr>
          <a:xfrm>
            <a:off x="73069" y="989948"/>
            <a:ext cx="11983233" cy="323165"/>
          </a:xfrm>
          <a:prstGeom prst="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aseline="0">
                <a:solidFill>
                  <a:srgbClr val="FFFFFF"/>
                </a:solidFill>
                <a:latin typeface="Mulish SemiBold"/>
              </a:rPr>
              <a:t>Auto </a:t>
            </a:r>
            <a:r>
              <a:rPr lang="en-US" sz="1500">
                <a:solidFill>
                  <a:schemeClr val="bg1"/>
                </a:solidFill>
                <a:latin typeface="Mulish SemiBold"/>
              </a:rPr>
              <a:t>Loan Disbursement Journey</a:t>
            </a:r>
            <a:r>
              <a:rPr sz="1500">
                <a:latin typeface="Mulish SemiBold"/>
                <a:ea typeface="Mulish SemiBold"/>
                <a:cs typeface="Mulish SemiBold"/>
              </a:rPr>
              <a:t>​</a:t>
            </a:r>
            <a:endParaRPr lang="en-US" sz="15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59D28-DC1C-F653-BF36-98E2DFC5B884}"/>
              </a:ext>
            </a:extLst>
          </p:cNvPr>
          <p:cNvSpPr txBox="1"/>
          <p:nvPr/>
        </p:nvSpPr>
        <p:spPr>
          <a:xfrm>
            <a:off x="104384" y="4497236"/>
            <a:ext cx="11983233" cy="323165"/>
          </a:xfrm>
          <a:prstGeom prst="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Mulish SemiBold"/>
              </a:rPr>
              <a:t>Cheque Handover Process</a:t>
            </a:r>
            <a:endParaRPr lang="en-US" sz="15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15D2FE-1FA6-F135-7A3E-FFA42A941103}"/>
              </a:ext>
            </a:extLst>
          </p:cNvPr>
          <p:cNvGrpSpPr/>
          <p:nvPr/>
        </p:nvGrpSpPr>
        <p:grpSpPr>
          <a:xfrm>
            <a:off x="135699" y="1359280"/>
            <a:ext cx="11920604" cy="3012695"/>
            <a:chOff x="365760" y="868680"/>
            <a:chExt cx="8412480" cy="2724912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5118AE0D-F351-2A67-55D0-802E5C58D88F}"/>
                </a:ext>
              </a:extLst>
            </p:cNvPr>
            <p:cNvSpPr/>
            <p:nvPr/>
          </p:nvSpPr>
          <p:spPr>
            <a:xfrm>
              <a:off x="502920" y="868680"/>
              <a:ext cx="3749040" cy="3200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95454A96-903F-E474-9510-D289F974C573}"/>
                </a:ext>
              </a:extLst>
            </p:cNvPr>
            <p:cNvSpPr/>
            <p:nvPr/>
          </p:nvSpPr>
          <p:spPr>
            <a:xfrm>
              <a:off x="365760" y="868680"/>
              <a:ext cx="4023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Current</a:t>
              </a:r>
              <a:endParaRPr lang="en-US" sz="1400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9E9F51A5-A701-A603-9D56-36232F946354}"/>
                </a:ext>
              </a:extLst>
            </p:cNvPr>
            <p:cNvSpPr/>
            <p:nvPr/>
          </p:nvSpPr>
          <p:spPr>
            <a:xfrm>
              <a:off x="502920" y="1298448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F27A533C-F39E-D088-3C5F-DC3F7DDEF82D}"/>
                </a:ext>
              </a:extLst>
            </p:cNvPr>
            <p:cNvSpPr/>
            <p:nvPr/>
          </p:nvSpPr>
          <p:spPr>
            <a:xfrm>
              <a:off x="594360" y="1298448"/>
              <a:ext cx="3703321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Manual entry of Repayment &amp; Beneficiary details</a:t>
              </a:r>
              <a:endParaRPr lang="en-US" sz="140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82408570-378A-F33C-F7F9-9502C6DA8919}"/>
                </a:ext>
              </a:extLst>
            </p:cNvPr>
            <p:cNvSpPr/>
            <p:nvPr/>
          </p:nvSpPr>
          <p:spPr>
            <a:xfrm>
              <a:off x="502920" y="1773936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041CE52F-BA5D-348E-66DD-300BE7E4CC5B}"/>
                </a:ext>
              </a:extLst>
            </p:cNvPr>
            <p:cNvSpPr/>
            <p:nvPr/>
          </p:nvSpPr>
          <p:spPr>
            <a:xfrm>
              <a:off x="594360" y="1773936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Manual entry of Fees &amp; Charges by RM</a:t>
              </a:r>
              <a:endParaRPr lang="en-US" sz="1400"/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D2D4F89B-250C-D8FA-1D1F-90190FE3742D}"/>
                </a:ext>
              </a:extLst>
            </p:cNvPr>
            <p:cNvSpPr/>
            <p:nvPr/>
          </p:nvSpPr>
          <p:spPr>
            <a:xfrm>
              <a:off x="502920" y="2249424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3211AEBD-783D-AB01-1652-A4DF0EAABF3E}"/>
                </a:ext>
              </a:extLst>
            </p:cNvPr>
            <p:cNvSpPr/>
            <p:nvPr/>
          </p:nvSpPr>
          <p:spPr>
            <a:xfrm>
              <a:off x="594360" y="2249424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Digital disbursement for Salaried &amp; SEP only</a:t>
              </a:r>
              <a:endParaRPr lang="en-US" sz="140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F295B076-DC9C-01B7-1195-4E6746866347}"/>
                </a:ext>
              </a:extLst>
            </p:cNvPr>
            <p:cNvSpPr/>
            <p:nvPr/>
          </p:nvSpPr>
          <p:spPr>
            <a:xfrm>
              <a:off x="502920" y="2724912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AB3424FF-B1B6-6B37-B342-E95B659023EE}"/>
                </a:ext>
              </a:extLst>
            </p:cNvPr>
            <p:cNvSpPr/>
            <p:nvPr/>
          </p:nvSpPr>
          <p:spPr>
            <a:xfrm>
              <a:off x="594360" y="2724912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eSign + </a:t>
              </a:r>
              <a:r>
                <a:rPr lang="en-US" sz="1400" b="1" err="1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eNACH</a:t>
              </a:r>
              <a:r>
                <a:rPr lang="en-US" sz="1400" b="1"/>
                <a:t> </a:t>
              </a: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Clubbed journey</a:t>
              </a:r>
              <a:endParaRPr lang="en-US" sz="140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EE708A3B-811F-514F-459A-A2EDD4C91FDF}"/>
                </a:ext>
              </a:extLst>
            </p:cNvPr>
            <p:cNvSpPr/>
            <p:nvPr/>
          </p:nvSpPr>
          <p:spPr>
            <a:xfrm>
              <a:off x="502920" y="3200400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2D45056F-2F46-3269-544E-455856537A8F}"/>
                </a:ext>
              </a:extLst>
            </p:cNvPr>
            <p:cNvSpPr/>
            <p:nvPr/>
          </p:nvSpPr>
          <p:spPr>
            <a:xfrm>
              <a:off x="594360" y="3200400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1B2A4A"/>
                  </a:solidFill>
                  <a:ea typeface="Calibri" pitchFamily="34" charset="-122"/>
                  <a:cs typeface="Calibri" pitchFamily="34" charset="-120"/>
                </a:rPr>
                <a:t>PSL Tagging</a:t>
              </a:r>
              <a:r>
                <a:rPr lang="en-US" sz="1400" b="1"/>
                <a:t> </a:t>
              </a: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sanction loan amount</a:t>
              </a:r>
              <a:endParaRPr lang="en-US" sz="1400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0D262D95-69A7-19C4-A902-A1AC9C37F944}"/>
                </a:ext>
              </a:extLst>
            </p:cNvPr>
            <p:cNvSpPr/>
            <p:nvPr/>
          </p:nvSpPr>
          <p:spPr>
            <a:xfrm>
              <a:off x="4877641" y="868680"/>
              <a:ext cx="3785537" cy="3200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25932169-4087-85D6-D0B7-0D563B041E99}"/>
                </a:ext>
              </a:extLst>
            </p:cNvPr>
            <p:cNvSpPr/>
            <p:nvPr/>
          </p:nvSpPr>
          <p:spPr>
            <a:xfrm>
              <a:off x="4754880" y="868680"/>
              <a:ext cx="4023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Proposed</a:t>
              </a:r>
              <a:endParaRPr lang="en-US" sz="1400"/>
            </a:p>
          </p:txBody>
        </p:sp>
        <p:sp>
          <p:nvSpPr>
            <p:cNvPr id="23" name="Shape 24">
              <a:extLst>
                <a:ext uri="{FF2B5EF4-FFF2-40B4-BE49-F238E27FC236}">
                  <a16:creationId xmlns:a16="http://schemas.microsoft.com/office/drawing/2014/main" id="{8E90B0C0-90AA-6EC2-3A1C-26226F84C267}"/>
                </a:ext>
              </a:extLst>
            </p:cNvPr>
            <p:cNvSpPr/>
            <p:nvPr/>
          </p:nvSpPr>
          <p:spPr>
            <a:xfrm>
              <a:off x="4892040" y="1298448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24" name="Text 25">
              <a:extLst>
                <a:ext uri="{FF2B5EF4-FFF2-40B4-BE49-F238E27FC236}">
                  <a16:creationId xmlns:a16="http://schemas.microsoft.com/office/drawing/2014/main" id="{9003446B-EFB3-DFB9-9C9E-64EE2AC5226C}"/>
                </a:ext>
              </a:extLst>
            </p:cNvPr>
            <p:cNvSpPr/>
            <p:nvPr/>
          </p:nvSpPr>
          <p:spPr>
            <a:xfrm>
              <a:off x="4983480" y="1298448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Auto population basis logic — reduced FTNR &amp; errors</a:t>
              </a:r>
              <a:endParaRPr lang="en-US" sz="1400"/>
            </a:p>
          </p:txBody>
        </p:sp>
        <p:sp>
          <p:nvSpPr>
            <p:cNvPr id="25" name="Shape 26">
              <a:extLst>
                <a:ext uri="{FF2B5EF4-FFF2-40B4-BE49-F238E27FC236}">
                  <a16:creationId xmlns:a16="http://schemas.microsoft.com/office/drawing/2014/main" id="{DE230F43-2200-D908-9E08-EB7D4592A307}"/>
                </a:ext>
              </a:extLst>
            </p:cNvPr>
            <p:cNvSpPr/>
            <p:nvPr/>
          </p:nvSpPr>
          <p:spPr>
            <a:xfrm>
              <a:off x="4892040" y="1773936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26" name="Text 27">
              <a:extLst>
                <a:ext uri="{FF2B5EF4-FFF2-40B4-BE49-F238E27FC236}">
                  <a16:creationId xmlns:a16="http://schemas.microsoft.com/office/drawing/2014/main" id="{FDC1A264-7743-0A97-86CE-0F5E06E27CC2}"/>
                </a:ext>
              </a:extLst>
            </p:cNvPr>
            <p:cNvSpPr/>
            <p:nvPr/>
          </p:nvSpPr>
          <p:spPr>
            <a:xfrm>
              <a:off x="4983480" y="1773936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ea typeface="Calibri" pitchFamily="34" charset="-122"/>
                  <a:cs typeface="Calibri" pitchFamily="34" charset="-120"/>
                </a:rPr>
                <a:t>System generated Fees and Charges</a:t>
              </a:r>
              <a:endParaRPr lang="en-US" sz="1400"/>
            </a:p>
          </p:txBody>
        </p:sp>
        <p:sp>
          <p:nvSpPr>
            <p:cNvPr id="27" name="Shape 28">
              <a:extLst>
                <a:ext uri="{FF2B5EF4-FFF2-40B4-BE49-F238E27FC236}">
                  <a16:creationId xmlns:a16="http://schemas.microsoft.com/office/drawing/2014/main" id="{1E7FAD6E-ACB2-84E5-1CC7-A5793A09046C}"/>
                </a:ext>
              </a:extLst>
            </p:cNvPr>
            <p:cNvSpPr/>
            <p:nvPr/>
          </p:nvSpPr>
          <p:spPr>
            <a:xfrm>
              <a:off x="4892040" y="2249424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28" name="Text 29">
              <a:extLst>
                <a:ext uri="{FF2B5EF4-FFF2-40B4-BE49-F238E27FC236}">
                  <a16:creationId xmlns:a16="http://schemas.microsoft.com/office/drawing/2014/main" id="{43536EDD-835B-6998-8AE2-E65D3D2B09D5}"/>
                </a:ext>
              </a:extLst>
            </p:cNvPr>
            <p:cNvSpPr/>
            <p:nvPr/>
          </p:nvSpPr>
          <p:spPr>
            <a:xfrm>
              <a:off x="4983480" y="2249424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>
                  <a:ea typeface="Calibri"/>
                  <a:cs typeface="Calibri"/>
                </a:rPr>
                <a:t>Digital Journey </a:t>
              </a:r>
              <a:r>
                <a:rPr lang="en-US" sz="1400">
                  <a:ea typeface="Calibri"/>
                  <a:cs typeface="Calibri"/>
                </a:rPr>
                <a:t>Extended to SENP profiles, </a:t>
              </a:r>
              <a:r>
                <a:rPr lang="en-US" sz="1300">
                  <a:solidFill>
                    <a:schemeClr val="accent2"/>
                  </a:solidFill>
                  <a:ea typeface="Calibri"/>
                  <a:cs typeface="Calibri"/>
                </a:rPr>
                <a:t>8,459 cases(Feb'26)</a:t>
              </a:r>
              <a:endParaRPr lang="en-US" sz="1300">
                <a:ea typeface="Calibri"/>
                <a:cs typeface="Calibri"/>
              </a:endParaRPr>
            </a:p>
          </p:txBody>
        </p:sp>
        <p:sp>
          <p:nvSpPr>
            <p:cNvPr id="29" name="Shape 30">
              <a:extLst>
                <a:ext uri="{FF2B5EF4-FFF2-40B4-BE49-F238E27FC236}">
                  <a16:creationId xmlns:a16="http://schemas.microsoft.com/office/drawing/2014/main" id="{64B7DE06-2215-CDAD-7BD4-8325FF7F5A2D}"/>
                </a:ext>
              </a:extLst>
            </p:cNvPr>
            <p:cNvSpPr/>
            <p:nvPr/>
          </p:nvSpPr>
          <p:spPr>
            <a:xfrm>
              <a:off x="4892040" y="2724912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30" name="Text 31">
              <a:extLst>
                <a:ext uri="{FF2B5EF4-FFF2-40B4-BE49-F238E27FC236}">
                  <a16:creationId xmlns:a16="http://schemas.microsoft.com/office/drawing/2014/main" id="{A6800AC6-7940-0983-524E-A1345DD64B52}"/>
                </a:ext>
              </a:extLst>
            </p:cNvPr>
            <p:cNvSpPr/>
            <p:nvPr/>
          </p:nvSpPr>
          <p:spPr>
            <a:xfrm>
              <a:off x="4983480" y="2857089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>
                  <a:ea typeface="Calibri"/>
                  <a:cs typeface="Calibri"/>
                </a:rPr>
                <a:t>Standalone journey for </a:t>
              </a:r>
              <a:r>
                <a:rPr lang="en-US" sz="1400" err="1">
                  <a:ea typeface="Calibri"/>
                  <a:cs typeface="Calibri"/>
                </a:rPr>
                <a:t>eSign</a:t>
              </a:r>
              <a:r>
                <a:rPr lang="en-US" sz="1400">
                  <a:ea typeface="Calibri"/>
                  <a:cs typeface="Calibri"/>
                </a:rPr>
                <a:t> and </a:t>
              </a:r>
              <a:r>
                <a:rPr lang="en-US" sz="1400" err="1">
                  <a:ea typeface="Calibri"/>
                  <a:cs typeface="Calibri"/>
                </a:rPr>
                <a:t>eNACH</a:t>
              </a:r>
              <a:r>
                <a:rPr lang="en-US" sz="1400">
                  <a:ea typeface="Calibri"/>
                  <a:cs typeface="Calibri"/>
                </a:rPr>
                <a:t>, </a:t>
              </a:r>
              <a:r>
                <a:rPr lang="en-US" sz="1300">
                  <a:solidFill>
                    <a:schemeClr val="accent2"/>
                  </a:solidFill>
                  <a:ea typeface="Calibri"/>
                  <a:cs typeface="Calibri"/>
                </a:rPr>
                <a:t>31% cases physical(Feb'26)</a:t>
              </a:r>
              <a:endParaRPr lang="en-US" sz="1300">
                <a:ea typeface="Calibri"/>
                <a:cs typeface="Calibri"/>
              </a:endParaRPr>
            </a:p>
            <a:p>
              <a:pPr marL="0" indent="0">
                <a:buNone/>
              </a:pPr>
              <a:endParaRPr lang="en-US" sz="1400">
                <a:ea typeface="Calibri"/>
                <a:cs typeface="Calibri"/>
              </a:endParaRPr>
            </a:p>
          </p:txBody>
        </p:sp>
        <p:sp>
          <p:nvSpPr>
            <p:cNvPr id="31" name="Shape 32">
              <a:extLst>
                <a:ext uri="{FF2B5EF4-FFF2-40B4-BE49-F238E27FC236}">
                  <a16:creationId xmlns:a16="http://schemas.microsoft.com/office/drawing/2014/main" id="{A38D03D3-F435-A7BD-97CE-A77AFB8482A8}"/>
                </a:ext>
              </a:extLst>
            </p:cNvPr>
            <p:cNvSpPr/>
            <p:nvPr/>
          </p:nvSpPr>
          <p:spPr>
            <a:xfrm>
              <a:off x="4892040" y="3200400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32" name="Text 33">
              <a:extLst>
                <a:ext uri="{FF2B5EF4-FFF2-40B4-BE49-F238E27FC236}">
                  <a16:creationId xmlns:a16="http://schemas.microsoft.com/office/drawing/2014/main" id="{BAD7F61B-7AFE-60EB-C4F3-25918FCFC8E2}"/>
                </a:ext>
              </a:extLst>
            </p:cNvPr>
            <p:cNvSpPr/>
            <p:nvPr/>
          </p:nvSpPr>
          <p:spPr>
            <a:xfrm>
              <a:off x="4983480" y="3200400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ea typeface="Calibri" pitchFamily="34" charset="-122"/>
                  <a:cs typeface="Calibri" pitchFamily="34" charset="-120"/>
                </a:rPr>
                <a:t>PSL Tagging</a:t>
              </a:r>
              <a:r>
                <a:rPr lang="en-US" sz="1400" b="1"/>
                <a:t> </a:t>
              </a:r>
              <a:r>
                <a:rPr lang="en-US" sz="1400">
                  <a:ea typeface="Calibri" pitchFamily="34" charset="-122"/>
                  <a:cs typeface="Calibri" pitchFamily="34" charset="-120"/>
                </a:rPr>
                <a:t>Basis asset cost &amp; luxury asset criteria</a:t>
              </a:r>
              <a:endParaRPr lang="en-US" sz="1400"/>
            </a:p>
          </p:txBody>
        </p:sp>
      </p:grp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FD4B863-0DA3-6E30-0593-6E0A77105092}"/>
              </a:ext>
            </a:extLst>
          </p:cNvPr>
          <p:cNvSpPr/>
          <p:nvPr/>
        </p:nvSpPr>
        <p:spPr>
          <a:xfrm>
            <a:off x="5836857" y="2885847"/>
            <a:ext cx="402018" cy="12964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C2D3391-BF50-B82A-95AD-1F4596C5C00C}"/>
              </a:ext>
            </a:extLst>
          </p:cNvPr>
          <p:cNvGrpSpPr/>
          <p:nvPr/>
        </p:nvGrpSpPr>
        <p:grpSpPr>
          <a:xfrm>
            <a:off x="167013" y="4945661"/>
            <a:ext cx="11920604" cy="1183506"/>
            <a:chOff x="365760" y="868680"/>
            <a:chExt cx="8412480" cy="1325881"/>
          </a:xfrm>
        </p:grpSpPr>
        <p:sp>
          <p:nvSpPr>
            <p:cNvPr id="36" name="Shape 4">
              <a:extLst>
                <a:ext uri="{FF2B5EF4-FFF2-40B4-BE49-F238E27FC236}">
                  <a16:creationId xmlns:a16="http://schemas.microsoft.com/office/drawing/2014/main" id="{ACD643BB-473C-7026-0CB8-99994D9B0F38}"/>
                </a:ext>
              </a:extLst>
            </p:cNvPr>
            <p:cNvSpPr/>
            <p:nvPr/>
          </p:nvSpPr>
          <p:spPr>
            <a:xfrm>
              <a:off x="480822" y="868680"/>
              <a:ext cx="3771139" cy="3200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968CEF6F-594F-FC86-C24E-5307EC30BCF0}"/>
                </a:ext>
              </a:extLst>
            </p:cNvPr>
            <p:cNvSpPr/>
            <p:nvPr/>
          </p:nvSpPr>
          <p:spPr>
            <a:xfrm>
              <a:off x="365760" y="868680"/>
              <a:ext cx="4023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Current</a:t>
              </a:r>
              <a:endParaRPr lang="en-US" sz="1400"/>
            </a:p>
          </p:txBody>
        </p:sp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2DFCA5E9-EF91-4080-DEDE-A6735955BE91}"/>
                </a:ext>
              </a:extLst>
            </p:cNvPr>
            <p:cNvSpPr/>
            <p:nvPr/>
          </p:nvSpPr>
          <p:spPr>
            <a:xfrm>
              <a:off x="502920" y="1298448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8F77BFB5-F3A6-A8EF-75B9-C4AE0E51812D}"/>
                </a:ext>
              </a:extLst>
            </p:cNvPr>
            <p:cNvSpPr/>
            <p:nvPr/>
          </p:nvSpPr>
          <p:spPr>
            <a:xfrm>
              <a:off x="594360" y="1298448"/>
              <a:ext cx="3703321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Cheque Handover pending for more than 40 days</a:t>
              </a:r>
              <a:endParaRPr lang="en-US" sz="1400"/>
            </a:p>
          </p:txBody>
        </p:sp>
        <p:sp>
          <p:nvSpPr>
            <p:cNvPr id="40" name="Shape 8">
              <a:extLst>
                <a:ext uri="{FF2B5EF4-FFF2-40B4-BE49-F238E27FC236}">
                  <a16:creationId xmlns:a16="http://schemas.microsoft.com/office/drawing/2014/main" id="{40C91C76-CA97-39C3-C766-58CC302318CA}"/>
                </a:ext>
              </a:extLst>
            </p:cNvPr>
            <p:cNvSpPr/>
            <p:nvPr/>
          </p:nvSpPr>
          <p:spPr>
            <a:xfrm>
              <a:off x="502920" y="1773936"/>
              <a:ext cx="3749040" cy="393192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41" name="Text 9">
              <a:extLst>
                <a:ext uri="{FF2B5EF4-FFF2-40B4-BE49-F238E27FC236}">
                  <a16:creationId xmlns:a16="http://schemas.microsoft.com/office/drawing/2014/main" id="{E535DE68-9943-0A85-4E5F-5F01BBED4F33}"/>
                </a:ext>
              </a:extLst>
            </p:cNvPr>
            <p:cNvSpPr/>
            <p:nvPr/>
          </p:nvSpPr>
          <p:spPr>
            <a:xfrm>
              <a:off x="594360" y="1773936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Cheque date Manual update in </a:t>
              </a:r>
              <a:r>
                <a:rPr lang="en-US" sz="1400" err="1">
                  <a:solidFill>
                    <a:srgbClr val="1E293B"/>
                  </a:solidFill>
                  <a:ea typeface="Calibri" pitchFamily="34" charset="-122"/>
                  <a:cs typeface="Calibri" pitchFamily="34" charset="-120"/>
                </a:rPr>
                <a:t>Finnone</a:t>
              </a:r>
              <a:endParaRPr lang="en-US" sz="1400"/>
            </a:p>
          </p:txBody>
        </p:sp>
        <p:sp>
          <p:nvSpPr>
            <p:cNvPr id="48" name="Shape 22">
              <a:extLst>
                <a:ext uri="{FF2B5EF4-FFF2-40B4-BE49-F238E27FC236}">
                  <a16:creationId xmlns:a16="http://schemas.microsoft.com/office/drawing/2014/main" id="{4ACB2AF0-741E-068B-A68B-6F2DE7D75AC2}"/>
                </a:ext>
              </a:extLst>
            </p:cNvPr>
            <p:cNvSpPr/>
            <p:nvPr/>
          </p:nvSpPr>
          <p:spPr>
            <a:xfrm>
              <a:off x="4892039" y="868680"/>
              <a:ext cx="3749040" cy="3200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 sz="1400"/>
            </a:p>
          </p:txBody>
        </p:sp>
        <p:sp>
          <p:nvSpPr>
            <p:cNvPr id="49" name="Text 23">
              <a:extLst>
                <a:ext uri="{FF2B5EF4-FFF2-40B4-BE49-F238E27FC236}">
                  <a16:creationId xmlns:a16="http://schemas.microsoft.com/office/drawing/2014/main" id="{1AD575DE-D4CE-7268-F9A9-6C8CFAAAB6A4}"/>
                </a:ext>
              </a:extLst>
            </p:cNvPr>
            <p:cNvSpPr/>
            <p:nvPr/>
          </p:nvSpPr>
          <p:spPr>
            <a:xfrm>
              <a:off x="4754880" y="868680"/>
              <a:ext cx="4023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Proposed</a:t>
              </a:r>
              <a:endParaRPr lang="en-US" sz="1400"/>
            </a:p>
          </p:txBody>
        </p:sp>
        <p:sp>
          <p:nvSpPr>
            <p:cNvPr id="50" name="Shape 24">
              <a:extLst>
                <a:ext uri="{FF2B5EF4-FFF2-40B4-BE49-F238E27FC236}">
                  <a16:creationId xmlns:a16="http://schemas.microsoft.com/office/drawing/2014/main" id="{D710553E-5AB5-5E9F-FEED-8DAFD665E33C}"/>
                </a:ext>
              </a:extLst>
            </p:cNvPr>
            <p:cNvSpPr/>
            <p:nvPr/>
          </p:nvSpPr>
          <p:spPr>
            <a:xfrm>
              <a:off x="4892040" y="1298448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51" name="Text 25">
              <a:extLst>
                <a:ext uri="{FF2B5EF4-FFF2-40B4-BE49-F238E27FC236}">
                  <a16:creationId xmlns:a16="http://schemas.microsoft.com/office/drawing/2014/main" id="{FD7CD7CA-C6ED-DFA5-5B10-F98CCBC1B11C}"/>
                </a:ext>
              </a:extLst>
            </p:cNvPr>
            <p:cNvSpPr/>
            <p:nvPr/>
          </p:nvSpPr>
          <p:spPr>
            <a:xfrm>
              <a:off x="4983480" y="1298448"/>
              <a:ext cx="3566160" cy="393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ea typeface="Calibri"/>
                  <a:cs typeface="Calibri"/>
                </a:rPr>
                <a:t>Cancellation process for cheques &gt;40 days</a:t>
              </a:r>
            </a:p>
          </p:txBody>
        </p:sp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F6045B0B-4A36-5963-882D-5B88EFA12CC1}"/>
                </a:ext>
              </a:extLst>
            </p:cNvPr>
            <p:cNvSpPr/>
            <p:nvPr/>
          </p:nvSpPr>
          <p:spPr>
            <a:xfrm>
              <a:off x="4892040" y="1773936"/>
              <a:ext cx="3749040" cy="393192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 sz="1400"/>
            </a:p>
          </p:txBody>
        </p:sp>
        <p:sp>
          <p:nvSpPr>
            <p:cNvPr id="53" name="Text 27">
              <a:extLst>
                <a:ext uri="{FF2B5EF4-FFF2-40B4-BE49-F238E27FC236}">
                  <a16:creationId xmlns:a16="http://schemas.microsoft.com/office/drawing/2014/main" id="{31BC80F5-F391-8252-D270-7C35A840B7AD}"/>
                </a:ext>
              </a:extLst>
            </p:cNvPr>
            <p:cNvSpPr/>
            <p:nvPr/>
          </p:nvSpPr>
          <p:spPr>
            <a:xfrm>
              <a:off x="4855543" y="1801368"/>
              <a:ext cx="3566160" cy="393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>
                  <a:ea typeface="Calibri"/>
                  <a:cs typeface="Calibri"/>
                </a:rPr>
                <a:t>Auto </a:t>
              </a:r>
              <a:r>
                <a:rPr lang="en-US" sz="1400" err="1">
                  <a:ea typeface="Calibri"/>
                  <a:cs typeface="Calibri"/>
                </a:rPr>
                <a:t>updation</a:t>
              </a:r>
              <a:r>
                <a:rPr lang="en-US" sz="1400">
                  <a:ea typeface="Calibri"/>
                  <a:cs typeface="Calibri"/>
                </a:rPr>
                <a:t> of cheque handover date via </a:t>
              </a:r>
              <a:r>
                <a:rPr lang="en-US" sz="1400" err="1">
                  <a:ea typeface="Calibri"/>
                  <a:cs typeface="Calibri"/>
                </a:rPr>
                <a:t>finnone</a:t>
              </a:r>
              <a:r>
                <a:rPr lang="en-US" sz="1400">
                  <a:ea typeface="Calibri"/>
                  <a:cs typeface="Calibri"/>
                </a:rPr>
                <a:t> API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91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8551EBF-DF1A-0A61-230B-5E599A4A2235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DCBC5B-6E50-1DC7-CC43-BA170516D31A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011">
              <a:defRPr/>
            </a:pPr>
            <a:r>
              <a:rPr lang="en-US" sz="2400" b="1">
                <a:solidFill>
                  <a:schemeClr val="bg1"/>
                </a:solidFill>
                <a:latin typeface="Mulish"/>
              </a:rPr>
              <a:t>Process Decongestion – Delegation of Manual Approvals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A38D03D3-F435-A7BD-97CE-A77AFB8482A8}"/>
              </a:ext>
            </a:extLst>
          </p:cNvPr>
          <p:cNvSpPr/>
          <p:nvPr/>
        </p:nvSpPr>
        <p:spPr>
          <a:xfrm>
            <a:off x="339375" y="1859755"/>
            <a:ext cx="11757375" cy="412897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IN" sz="140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0D262D95-69A7-19C4-A902-A1AC9C37F944}"/>
              </a:ext>
            </a:extLst>
          </p:cNvPr>
          <p:cNvSpPr/>
          <p:nvPr/>
        </p:nvSpPr>
        <p:spPr>
          <a:xfrm>
            <a:off x="6625364" y="1864649"/>
            <a:ext cx="5334513" cy="35384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25932169-4087-85D6-D0B7-0D563B041E99}"/>
              </a:ext>
            </a:extLst>
          </p:cNvPr>
          <p:cNvSpPr/>
          <p:nvPr/>
        </p:nvSpPr>
        <p:spPr>
          <a:xfrm>
            <a:off x="6259099" y="1858299"/>
            <a:ext cx="5701158" cy="35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Delegated to Regional Heads</a:t>
            </a:r>
            <a:endParaRPr lang="en-US" sz="140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118AE0D-F351-2A67-55D0-802E5C58D88F}"/>
              </a:ext>
            </a:extLst>
          </p:cNvPr>
          <p:cNvSpPr/>
          <p:nvPr/>
        </p:nvSpPr>
        <p:spPr>
          <a:xfrm>
            <a:off x="803622" y="1855211"/>
            <a:ext cx="5318984" cy="35384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5454A96-903F-E474-9510-D289F974C573}"/>
              </a:ext>
            </a:extLst>
          </p:cNvPr>
          <p:cNvSpPr/>
          <p:nvPr/>
        </p:nvSpPr>
        <p:spPr>
          <a:xfrm>
            <a:off x="327260" y="1857550"/>
            <a:ext cx="5701158" cy="35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Delegated to Zonal Heads</a:t>
            </a:r>
            <a:endParaRPr 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3A74F5-78DF-23A2-888C-A2FF39667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14928"/>
              </p:ext>
            </p:extLst>
          </p:nvPr>
        </p:nvGraphicFramePr>
        <p:xfrm>
          <a:off x="518346" y="2378319"/>
          <a:ext cx="5701157" cy="309184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701157">
                  <a:extLst>
                    <a:ext uri="{9D8B030D-6E8A-4147-A177-3AD203B41FA5}">
                      <a16:colId xmlns:a16="http://schemas.microsoft.com/office/drawing/2014/main" val="555075889"/>
                    </a:ext>
                  </a:extLst>
                </a:gridCol>
              </a:tblGrid>
              <a:tr h="61836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>
                          <a:cs typeface="Arial"/>
                        </a:rPr>
                        <a:t>Physical NACH and physical disbursement approvals </a:t>
                      </a:r>
                      <a:r>
                        <a:rPr lang="en-US" sz="1300" b="0" i="0" u="none" strike="noStrike" noProof="0">
                          <a:solidFill>
                            <a:srgbClr val="97291E"/>
                          </a:solidFill>
                          <a:latin typeface="Mulish SemiBold"/>
                          <a:cs typeface="Arial"/>
                        </a:rPr>
                        <a:t>33,792 cases from Dec'25-Feb'26</a:t>
                      </a:r>
                      <a:endParaRPr lang="en-US" sz="1300" b="0" i="0" u="none" strike="noStrike" noProof="0">
                        <a:solidFill>
                          <a:srgbClr val="000000"/>
                        </a:solidFill>
                        <a:latin typeface="Mulish SemiBold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536444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cs typeface="Arial"/>
                        </a:rPr>
                        <a:t>15th EMI Date for self employed profile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487847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>
                          <a:cs typeface="Arial"/>
                        </a:rPr>
                        <a:t>Physical Seller Verification for Mortgage: </a:t>
                      </a:r>
                      <a:r>
                        <a:rPr lang="en-US" sz="1300">
                          <a:solidFill>
                            <a:schemeClr val="accent2"/>
                          </a:solidFill>
                          <a:cs typeface="Arial"/>
                        </a:rPr>
                        <a:t>Count 645 cases (Feb’26)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30118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cs typeface="Arial"/>
                        </a:rPr>
                        <a:t>Deduction of processing fees from loan disbursement amount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736811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cs typeface="Arial"/>
                        </a:rPr>
                        <a:t>OD limit setup and Cheque / DD issuance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05637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DE34861-284D-CB7C-0907-08D813341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936638"/>
              </p:ext>
            </p:extLst>
          </p:nvPr>
        </p:nvGraphicFramePr>
        <p:xfrm>
          <a:off x="6398474" y="2389482"/>
          <a:ext cx="5561403" cy="24734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561403">
                  <a:extLst>
                    <a:ext uri="{9D8B030D-6E8A-4147-A177-3AD203B41FA5}">
                      <a16:colId xmlns:a16="http://schemas.microsoft.com/office/drawing/2014/main" val="555075889"/>
                    </a:ext>
                  </a:extLst>
                </a:gridCol>
              </a:tblGrid>
              <a:tr h="618369"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Arial"/>
                        </a:rPr>
                        <a:t>Manual SR for CERSAI report generation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536444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>
                          <a:cs typeface="Arial"/>
                        </a:rPr>
                        <a:t>Mortgage E-sign Deactivation access delegated to sales hierarchy : </a:t>
                      </a:r>
                      <a:r>
                        <a:rPr lang="en-US" sz="1300" b="0" i="0" u="none" strike="noStrike" kern="1200">
                          <a:solidFill>
                            <a:schemeClr val="accent2"/>
                          </a:solidFill>
                          <a:latin typeface="Mulish SemiBold"/>
                          <a:ea typeface="+mn-ea"/>
                          <a:cs typeface="Arial"/>
                        </a:rPr>
                        <a:t>Avg.</a:t>
                      </a:r>
                      <a:r>
                        <a:rPr lang="en-US" sz="1400">
                          <a:cs typeface="Arial"/>
                        </a:rPr>
                        <a:t> </a:t>
                      </a:r>
                      <a:r>
                        <a:rPr lang="en-US" sz="1300" b="0" i="0" u="none" strike="noStrike" noProof="0">
                          <a:solidFill>
                            <a:schemeClr val="accent2"/>
                          </a:solidFill>
                          <a:latin typeface="Mulish SemiBold"/>
                          <a:cs typeface="Arial"/>
                        </a:rPr>
                        <a:t>23 deactivations per day (Jan’26)</a:t>
                      </a:r>
                      <a:endParaRPr lang="en-US" sz="1400"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7487847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cs typeface="Arial"/>
                        </a:rPr>
                        <a:t>Auto loan-Discontinuation of 10th /15th EMI cycle for North East, Odisha, Chhattisgarh, Nagpur, ROMG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30118"/>
                  </a:ext>
                </a:extLst>
              </a:tr>
              <a:tr h="618369">
                <a:tc>
                  <a:txBody>
                    <a:bodyPr/>
                    <a:lstStyle/>
                    <a:p>
                      <a:pPr marL="0" marR="0" lvl="0" indent="0" algn="l" defTabSz="9142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cs typeface="Arial"/>
                        </a:rPr>
                        <a:t>Alternate MICR incase of mismatch from statement and system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736811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91A8982C-1BA6-32B5-1A85-2957CED8570A}"/>
              </a:ext>
            </a:extLst>
          </p:cNvPr>
          <p:cNvSpPr txBox="1"/>
          <p:nvPr/>
        </p:nvSpPr>
        <p:spPr>
          <a:xfrm>
            <a:off x="1460954" y="1002436"/>
            <a:ext cx="913492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sz="1400">
                <a:solidFill>
                  <a:srgbClr val="212121"/>
                </a:solidFill>
                <a:latin typeface="Mulish SemiBold"/>
                <a:ea typeface="Mulish SemiBold"/>
                <a:cs typeface="Mulish SemiBold"/>
              </a:rPr>
              <a:t>Empowering the business center to take discretionary calls basis customer profile on case-to-case basis</a:t>
            </a:r>
            <a:endParaRPr lang="en-US" sz="1400"/>
          </a:p>
          <a:p>
            <a:pPr marL="285750" indent="-285750">
              <a:buFont typeface="Wingdings"/>
              <a:buChar char="ü"/>
            </a:pPr>
            <a:r>
              <a:rPr lang="en-US" sz="1400">
                <a:solidFill>
                  <a:srgbClr val="212121"/>
                </a:solidFill>
              </a:rPr>
              <a:t>Smoother processing of cases at a local level and bring about operational efficiency</a:t>
            </a:r>
            <a:endParaRPr lang="en-US" sz="1400">
              <a:solidFill>
                <a:srgbClr val="000000"/>
              </a:solidFill>
            </a:endParaRPr>
          </a:p>
          <a:p>
            <a:pPr marL="285750" indent="-285750">
              <a:buFont typeface="Wingdings"/>
              <a:buChar char="ü"/>
            </a:pPr>
            <a:r>
              <a:rPr lang="en-US" sz="1400">
                <a:solidFill>
                  <a:srgbClr val="212121"/>
                </a:solidFill>
              </a:rPr>
              <a:t>Approvals have been removed and others delegated to local teams</a:t>
            </a:r>
            <a:endParaRPr lang="en-US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>
            <a:extLst>
              <a:ext uri="{FF2B5EF4-FFF2-40B4-BE49-F238E27FC236}">
                <a16:creationId xmlns:a16="http://schemas.microsoft.com/office/drawing/2014/main" id="{7831B788-A527-898D-F940-D5E797FF5ACE}"/>
              </a:ext>
            </a:extLst>
          </p:cNvPr>
          <p:cNvSpPr/>
          <p:nvPr/>
        </p:nvSpPr>
        <p:spPr>
          <a:xfrm>
            <a:off x="-1" y="0"/>
            <a:ext cx="12192001" cy="926757"/>
          </a:xfrm>
          <a:prstGeom prst="rect">
            <a:avLst/>
          </a:prstGeom>
          <a:solidFill>
            <a:srgbClr val="97291E"/>
          </a:solidFill>
          <a:ln/>
        </p:spPr>
        <p:txBody>
          <a:bodyPr/>
          <a:lstStyle/>
          <a:p>
            <a:endParaRPr lang="en-IN">
              <a:latin typeface="Mulish SemiBold" pitchFamily="2" charset="0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CDA018A-8728-CFD4-21CD-99585B471AE9}"/>
              </a:ext>
            </a:extLst>
          </p:cNvPr>
          <p:cNvSpPr/>
          <p:nvPr/>
        </p:nvSpPr>
        <p:spPr>
          <a:xfrm>
            <a:off x="609599" y="0"/>
            <a:ext cx="10972801" cy="926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2400" b="1">
                <a:solidFill>
                  <a:srgbClr val="FFFFFF"/>
                </a:solidFill>
                <a:latin typeface="Mulish"/>
                <a:cs typeface="Arial"/>
              </a:rPr>
              <a:t>Regulatory Projects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9E0DC58F-B0F4-D11D-E85D-37D8D3BCF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36647"/>
              </p:ext>
            </p:extLst>
          </p:nvPr>
        </p:nvGraphicFramePr>
        <p:xfrm>
          <a:off x="609599" y="1376275"/>
          <a:ext cx="11115675" cy="4224425"/>
        </p:xfrm>
        <a:graphic>
          <a:graphicData uri="http://schemas.openxmlformats.org/drawingml/2006/table">
            <a:tbl>
              <a:tblPr/>
              <a:tblGrid>
                <a:gridCol w="591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5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4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5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3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#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Regulatory Requirement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Description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+mn-lt"/>
                        </a:rPr>
                        <a:t>System Development Implemented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A6E6E"/>
                          </a:solidFill>
                          <a:latin typeface="+mn-lt"/>
                        </a:rPr>
                        <a:t>01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Section 20 — Common Directors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RBI guidelines prohibit banks from granting loans to own directors to prevent conflicts of interest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chemeClr val="accent3"/>
                          </a:solidFill>
                          <a:latin typeface="+mn-lt"/>
                        </a:rPr>
                        <a:t>Section 20 tagging in Finnone for all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8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A6E6E"/>
                          </a:solidFill>
                          <a:latin typeface="+mn-lt"/>
                        </a:rPr>
                        <a:t>02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KFS Document Changes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Revised logic for Foreclosure/Prepayment as per RBI guidelines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chemeClr val="accent3"/>
                          </a:solidFill>
                          <a:latin typeface="+mn-lt"/>
                        </a:rPr>
                        <a:t>Foreclosure charges moved from static to dynamic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8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A6E6E"/>
                          </a:solidFill>
                          <a:latin typeface="+mn-lt"/>
                        </a:rPr>
                        <a:t>03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Appraised Property Value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RBI 2014 circular: LTV computation should use 'Realisable Value' not 'Market Value'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chemeClr val="accent3"/>
                          </a:solidFill>
                          <a:latin typeface="+mn-lt"/>
                        </a:rPr>
                        <a:t>Field renamed from 'Market Value' → 'Appraised Value' in Finnone Neo &amp; Finacle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87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A6E6E"/>
                          </a:solidFill>
                          <a:latin typeface="+mn-lt"/>
                        </a:rPr>
                        <a:t>04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j-lt"/>
                        </a:rPr>
                        <a:t>Exception MIS — End Use of Funds</a:t>
                      </a:r>
                      <a:endParaRPr lang="en-US" sz="140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</a:rPr>
                        <a:t>RBI mandates loan proceeds used strictly for sanctioned purpose</a:t>
                      </a:r>
                      <a:endParaRPr lang="en-US" sz="14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chemeClr val="accent3"/>
                          </a:solidFill>
                          <a:latin typeface="+mn-lt"/>
                        </a:rPr>
                        <a:t>Exception MIS development to capture instances of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984966"/>
      </p:ext>
    </p:extLst>
  </p:cSld>
  <p:clrMapOvr>
    <a:masterClrMapping/>
  </p:clrMapOvr>
</p:sld>
</file>

<file path=ppt/theme/theme1.xml><?xml version="1.0" encoding="utf-8"?>
<a:theme xmlns:a="http://schemas.openxmlformats.org/drawingml/2006/main" name="Text + Media ">
  <a:themeElements>
    <a:clrScheme name="Custom 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2060"/>
      </a:hlink>
      <a:folHlink>
        <a:srgbClr val="002060"/>
      </a:folHlink>
    </a:clrScheme>
    <a:fontScheme name="Mulish">
      <a:majorFont>
        <a:latin typeface="Mulish ExtraBold"/>
        <a:ea typeface=""/>
        <a:cs typeface=""/>
      </a:majorFont>
      <a:minorFont>
        <a:latin typeface="Mulish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" id="{86BE4DB7-FF5E-4C59-9480-3446E222214A}" vid="{5B9B307B-D8B8-4A5B-B8D6-631EDA326EEF}"/>
    </a:ext>
  </a:extLst>
</a:theme>
</file>

<file path=ppt/theme/theme2.xml><?xml version="1.0" encoding="utf-8"?>
<a:theme xmlns:a="http://schemas.openxmlformats.org/drawingml/2006/main" name="Text Slide">
  <a:themeElements>
    <a:clrScheme name="ICICI Ba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B620A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D858E"/>
      </a:accent6>
      <a:hlink>
        <a:srgbClr val="00C0F3"/>
      </a:hlink>
      <a:folHlink>
        <a:srgbClr val="917BB9"/>
      </a:folHlink>
    </a:clrScheme>
    <a:fontScheme name="Custom 1">
      <a:majorFont>
        <a:latin typeface="Mulish ExtraBold"/>
        <a:ea typeface=""/>
        <a:cs typeface=""/>
      </a:majorFont>
      <a:minorFont>
        <a:latin typeface="Mulish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" id="{D20DF343-E4ED-4935-A495-B00795BD4262}" vid="{DE6AE5C2-866C-4537-9C84-EAD5A4AA82AC}"/>
    </a:ext>
  </a:extLst>
</a:theme>
</file>

<file path=ppt/theme/theme3.xml><?xml version="1.0" encoding="utf-8"?>
<a:theme xmlns:a="http://schemas.openxmlformats.org/drawingml/2006/main" name="1_Text Slide">
  <a:themeElements>
    <a:clrScheme name="ICICI Ba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B620A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D858E"/>
      </a:accent6>
      <a:hlink>
        <a:srgbClr val="00C0F3"/>
      </a:hlink>
      <a:folHlink>
        <a:srgbClr val="917BB9"/>
      </a:folHlink>
    </a:clrScheme>
    <a:fontScheme name="Custom 1">
      <a:majorFont>
        <a:latin typeface="Mulish ExtraBold"/>
        <a:ea typeface=""/>
        <a:cs typeface=""/>
      </a:majorFont>
      <a:minorFont>
        <a:latin typeface="Mulish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" id="{D20DF343-E4ED-4935-A495-B00795BD4262}" vid="{DE6AE5C2-866C-4537-9C84-EAD5A4AA82AC}"/>
    </a:ext>
  </a:extLst>
</a:theme>
</file>

<file path=ppt/theme/theme4.xml><?xml version="1.0" encoding="utf-8"?>
<a:theme xmlns:a="http://schemas.openxmlformats.org/drawingml/2006/main" name="2_Text Slide">
  <a:themeElements>
    <a:clrScheme name="ICICI Ba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B620A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D858E"/>
      </a:accent6>
      <a:hlink>
        <a:srgbClr val="00C0F3"/>
      </a:hlink>
      <a:folHlink>
        <a:srgbClr val="917BB9"/>
      </a:folHlink>
    </a:clrScheme>
    <a:fontScheme name="Custom 1">
      <a:majorFont>
        <a:latin typeface="Mulish ExtraBold"/>
        <a:ea typeface=""/>
        <a:cs typeface=""/>
      </a:majorFont>
      <a:minorFont>
        <a:latin typeface="Mulish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" id="{D20DF343-E4ED-4935-A495-B00795BD4262}" vid="{DE6AE5C2-866C-4537-9C84-EAD5A4AA82AC}"/>
    </a:ext>
  </a:extLst>
</a:theme>
</file>

<file path=ppt/theme/theme5.xml><?xml version="1.0" encoding="utf-8"?>
<a:theme xmlns:a="http://schemas.openxmlformats.org/drawingml/2006/main" name="Smart Art 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AD3EAE9AD694E9C57B4A5957FAB8D" ma:contentTypeVersion="15" ma:contentTypeDescription="Create a new document." ma:contentTypeScope="" ma:versionID="60faf20197984c0c05a393376f4489d8">
  <xsd:schema xmlns:xsd="http://www.w3.org/2001/XMLSchema" xmlns:xs="http://www.w3.org/2001/XMLSchema" xmlns:p="http://schemas.microsoft.com/office/2006/metadata/properties" xmlns:ns3="1328ad35-724f-4f14-a865-d3c86d1aa62b" xmlns:ns4="1bbd33e4-7f90-4033-a215-7884f56912cb" targetNamespace="http://schemas.microsoft.com/office/2006/metadata/properties" ma:root="true" ma:fieldsID="19d1b4a3123b282acd3faef73883d189" ns3:_="" ns4:_="">
    <xsd:import namespace="1328ad35-724f-4f14-a865-d3c86d1aa62b"/>
    <xsd:import namespace="1bbd33e4-7f90-4033-a215-7884f56912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28ad35-724f-4f14-a865-d3c86d1aa6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d33e4-7f90-4033-a215-7884f56912c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28ad35-724f-4f14-a865-d3c86d1aa62b" xsi:nil="true"/>
  </documentManagement>
</p:properties>
</file>

<file path=customXml/itemProps1.xml><?xml version="1.0" encoding="utf-8"?>
<ds:datastoreItem xmlns:ds="http://schemas.openxmlformats.org/officeDocument/2006/customXml" ds:itemID="{A4189822-FD07-4FB0-BC78-EE3123BA83AB}">
  <ds:schemaRefs>
    <ds:schemaRef ds:uri="1328ad35-724f-4f14-a865-d3c86d1aa62b"/>
    <ds:schemaRef ds:uri="1bbd33e4-7f90-4033-a215-7884f56912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042E368-72A6-4E5E-A8D8-48B42439C0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47BCB9-56F0-4C0C-BEEA-FAD00709182A}">
  <ds:schemaRefs>
    <ds:schemaRef ds:uri="1328ad35-724f-4f14-a865-d3c86d1aa62b"/>
    <ds:schemaRef ds:uri="1bbd33e4-7f90-4033-a215-7884f56912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9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Text + Media </vt:lpstr>
      <vt:lpstr>Text Slide</vt:lpstr>
      <vt:lpstr>1_Text Slide</vt:lpstr>
      <vt:lpstr>2_Text Slide</vt:lpstr>
      <vt:lpstr>Smart Art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Gaurav Kumar</dc:creator>
  <cp:keywords/>
  <dc:description/>
  <cp:revision>1</cp:revision>
  <dcterms:created xsi:type="dcterms:W3CDTF">2022-05-17T04:10:32Z</dcterms:created>
  <dcterms:modified xsi:type="dcterms:W3CDTF">2026-03-17T07:56:36Z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0x0101000DCAD3EAE9AD694E9C57B4A5957FAB8D</vt:lpwstr>
  </property>
</Properties>
</file>